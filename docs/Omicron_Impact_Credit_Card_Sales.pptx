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748">
          <p15:clr>
            <a:srgbClr val="A4A3A4"/>
          </p15:clr>
        </p15:guide>
        <p15:guide id="2" orient="horz" pos="4198">
          <p15:clr>
            <a:srgbClr val="A4A3A4"/>
          </p15:clr>
        </p15:guide>
        <p15:guide id="3" orient="horz" pos="2183">
          <p15:clr>
            <a:srgbClr val="A4A3A4"/>
          </p15:clr>
        </p15:guide>
        <p15:guide id="4" orient="horz" pos="3668">
          <p15:clr>
            <a:srgbClr val="A4A3A4"/>
          </p15:clr>
        </p15:guide>
        <p15:guide id="5" orient="horz" pos="527">
          <p15:clr>
            <a:srgbClr val="A4A3A4"/>
          </p15:clr>
        </p15:guide>
        <p15:guide id="6" pos="7483">
          <p15:clr>
            <a:srgbClr val="A4A3A4"/>
          </p15:clr>
        </p15:guide>
        <p15:guide id="7" pos="180">
          <p15:clr>
            <a:srgbClr val="A4A3A4"/>
          </p15:clr>
        </p15:guide>
        <p15:guide id="8" pos="2819">
          <p15:clr>
            <a:srgbClr val="A4A3A4"/>
          </p15:clr>
        </p15:guide>
        <p15:guide id="9" pos="1935">
          <p15:clr>
            <a:srgbClr val="A4A3A4"/>
          </p15:clr>
        </p15:guide>
        <p15:guide id="10" orient="horz" pos="1003">
          <p15:clr>
            <a:srgbClr val="A4A3A4"/>
          </p15:clr>
        </p15:guide>
        <p15:guide id="11" orient="horz" pos="3770">
          <p15:clr>
            <a:srgbClr val="A4A3A4"/>
          </p15:clr>
        </p15:guide>
        <p15:guide id="12" orient="horz" pos="3374">
          <p15:clr>
            <a:srgbClr val="A4A3A4"/>
          </p15:clr>
        </p15:guide>
        <p15:guide id="13" orient="horz" pos="13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" roundtripDataSignature="AMtx7mivVH/MGSj5zQEUP0AlfxRthqWr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117" d="100"/>
          <a:sy n="117" d="100"/>
        </p:scale>
        <p:origin x="360" y="168"/>
      </p:cViewPr>
      <p:guideLst>
        <p:guide orient="horz" pos="3748"/>
        <p:guide orient="horz" pos="4198"/>
        <p:guide orient="horz" pos="2183"/>
        <p:guide orient="horz" pos="3668"/>
        <p:guide orient="horz" pos="527"/>
        <p:guide pos="7483"/>
        <p:guide pos="180"/>
        <p:guide pos="2819"/>
        <p:guide pos="1935"/>
        <p:guide orient="horz" pos="1003"/>
        <p:guide orient="horz" pos="3770"/>
        <p:guide orient="horz" pos="3374"/>
        <p:guide orient="horz" pos="132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224"/>
        <p:guide pos="2237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10" Type="http://customschemas.google.com/relationships/presentationmetadata" Target="meta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44546A"/>
                </a:solidFill>
                <a:latin typeface="Arial"/>
              </a:rPr>
              <a:t>Total card spending vs. new COVID-19 cases, 2020–21</a:t>
            </a:r>
          </a:p>
        </c:rich>
      </c:tx>
      <c:layout/>
      <c:overlay val="0"/>
    </c:title>
    <c:autoTitleDeleted val="0"/>
    <c:plotArea>
      <c:area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Avg daily new cases (RHS)</c:v>
                </c:pt>
              </c:strCache>
            </c:strRef>
          </c:tx>
          <c:spPr>
            <a:solidFill>
              <a:srgbClr val="D3DAE6"/>
            </a:solidFill>
            <a:ln>
              <a:noFill/>
            </a:ln>
          </c:spPr>
          <c:cat>
            <c:strRef>
              <c:f>Sheet1!$A$2:$A$103</c:f>
              <c:strCache>
                <c:ptCount val="102"/>
                <c:pt idx="0">
                  <c:v>Jan 20</c:v>
                </c:pt>
                <c:pt idx="1">
                  <c:v>Jan 20</c:v>
                </c:pt>
                <c:pt idx="2">
                  <c:v>Feb 20</c:v>
                </c:pt>
                <c:pt idx="3">
                  <c:v>Feb 20</c:v>
                </c:pt>
                <c:pt idx="4">
                  <c:v>Feb 20</c:v>
                </c:pt>
                <c:pt idx="5">
                  <c:v>Feb 20</c:v>
                </c:pt>
                <c:pt idx="6">
                  <c:v>Mar 20</c:v>
                </c:pt>
                <c:pt idx="7">
                  <c:v>Mar 20</c:v>
                </c:pt>
                <c:pt idx="8">
                  <c:v>Mar 20</c:v>
                </c:pt>
                <c:pt idx="9">
                  <c:v>Mar 20</c:v>
                </c:pt>
                <c:pt idx="10">
                  <c:v>Mar 20</c:v>
                </c:pt>
                <c:pt idx="11">
                  <c:v>Apr 20</c:v>
                </c:pt>
                <c:pt idx="12">
                  <c:v>Apr 20</c:v>
                </c:pt>
                <c:pt idx="13">
                  <c:v>Apr 20</c:v>
                </c:pt>
                <c:pt idx="14">
                  <c:v>Apr 20</c:v>
                </c:pt>
                <c:pt idx="15">
                  <c:v>May 20</c:v>
                </c:pt>
                <c:pt idx="16">
                  <c:v>May 20</c:v>
                </c:pt>
                <c:pt idx="17">
                  <c:v>May 20</c:v>
                </c:pt>
                <c:pt idx="18">
                  <c:v>May 20</c:v>
                </c:pt>
                <c:pt idx="19">
                  <c:v>May 20</c:v>
                </c:pt>
                <c:pt idx="20">
                  <c:v>Jun 20</c:v>
                </c:pt>
                <c:pt idx="21">
                  <c:v>Jun 20</c:v>
                </c:pt>
                <c:pt idx="22">
                  <c:v>Jun 20</c:v>
                </c:pt>
                <c:pt idx="23">
                  <c:v>Jun 20</c:v>
                </c:pt>
                <c:pt idx="24">
                  <c:v>Jul 20</c:v>
                </c:pt>
                <c:pt idx="25">
                  <c:v>Jul 20</c:v>
                </c:pt>
                <c:pt idx="26">
                  <c:v>Jul 20</c:v>
                </c:pt>
                <c:pt idx="27">
                  <c:v>Jul 20</c:v>
                </c:pt>
                <c:pt idx="28">
                  <c:v>Aug 20</c:v>
                </c:pt>
                <c:pt idx="29">
                  <c:v>Aug 20</c:v>
                </c:pt>
                <c:pt idx="30">
                  <c:v>Aug 20</c:v>
                </c:pt>
                <c:pt idx="31">
                  <c:v>Aug 20</c:v>
                </c:pt>
                <c:pt idx="32">
                  <c:v>Aug 20</c:v>
                </c:pt>
                <c:pt idx="33">
                  <c:v>Sep 20</c:v>
                </c:pt>
                <c:pt idx="34">
                  <c:v>Sep 20</c:v>
                </c:pt>
                <c:pt idx="35">
                  <c:v>Sep 20</c:v>
                </c:pt>
                <c:pt idx="36">
                  <c:v>Sep 20</c:v>
                </c:pt>
                <c:pt idx="37">
                  <c:v>Oct 20</c:v>
                </c:pt>
                <c:pt idx="38">
                  <c:v>Oct 20</c:v>
                </c:pt>
                <c:pt idx="39">
                  <c:v>Oct 20</c:v>
                </c:pt>
                <c:pt idx="40">
                  <c:v>Oct 20</c:v>
                </c:pt>
                <c:pt idx="41">
                  <c:v>Nov 20</c:v>
                </c:pt>
                <c:pt idx="42">
                  <c:v>Nov 20</c:v>
                </c:pt>
                <c:pt idx="43">
                  <c:v>Nov 20</c:v>
                </c:pt>
                <c:pt idx="44">
                  <c:v>Nov 20</c:v>
                </c:pt>
                <c:pt idx="45">
                  <c:v>Nov 20</c:v>
                </c:pt>
                <c:pt idx="46">
                  <c:v>Dec 20</c:v>
                </c:pt>
                <c:pt idx="47">
                  <c:v>Dec 20</c:v>
                </c:pt>
                <c:pt idx="48">
                  <c:v>Dec 20</c:v>
                </c:pt>
                <c:pt idx="49">
                  <c:v>Dec 20</c:v>
                </c:pt>
                <c:pt idx="50">
                  <c:v>Jan 21</c:v>
                </c:pt>
                <c:pt idx="51">
                  <c:v>Jan 21</c:v>
                </c:pt>
                <c:pt idx="52">
                  <c:v>Jan 21</c:v>
                </c:pt>
                <c:pt idx="53">
                  <c:v>Jan 21</c:v>
                </c:pt>
                <c:pt idx="54">
                  <c:v>Jan 21</c:v>
                </c:pt>
                <c:pt idx="55">
                  <c:v>Feb 21</c:v>
                </c:pt>
                <c:pt idx="56">
                  <c:v>Feb 21</c:v>
                </c:pt>
                <c:pt idx="57">
                  <c:v>Feb 21</c:v>
                </c:pt>
                <c:pt idx="58">
                  <c:v>Feb 21</c:v>
                </c:pt>
                <c:pt idx="59">
                  <c:v>Mar 21</c:v>
                </c:pt>
                <c:pt idx="60">
                  <c:v>Mar 21</c:v>
                </c:pt>
                <c:pt idx="61">
                  <c:v>Mar 21</c:v>
                </c:pt>
                <c:pt idx="62">
                  <c:v>Mar 21</c:v>
                </c:pt>
                <c:pt idx="63">
                  <c:v>Apr 21</c:v>
                </c:pt>
                <c:pt idx="64">
                  <c:v>Apr 21</c:v>
                </c:pt>
                <c:pt idx="65">
                  <c:v>Apr 21</c:v>
                </c:pt>
                <c:pt idx="66">
                  <c:v>Apr 21</c:v>
                </c:pt>
                <c:pt idx="67">
                  <c:v>May 21</c:v>
                </c:pt>
                <c:pt idx="68">
                  <c:v>May 21</c:v>
                </c:pt>
                <c:pt idx="69">
                  <c:v>May 21</c:v>
                </c:pt>
                <c:pt idx="70">
                  <c:v>May 21</c:v>
                </c:pt>
                <c:pt idx="71">
                  <c:v>May 21</c:v>
                </c:pt>
                <c:pt idx="72">
                  <c:v>Jun 21</c:v>
                </c:pt>
                <c:pt idx="73">
                  <c:v>Jun 21</c:v>
                </c:pt>
                <c:pt idx="74">
                  <c:v>Jun 21</c:v>
                </c:pt>
                <c:pt idx="75">
                  <c:v>Jun 21</c:v>
                </c:pt>
                <c:pt idx="76">
                  <c:v>Jul 21</c:v>
                </c:pt>
                <c:pt idx="77">
                  <c:v>Jul 21</c:v>
                </c:pt>
                <c:pt idx="78">
                  <c:v>Jul 21</c:v>
                </c:pt>
                <c:pt idx="79">
                  <c:v>Jul 21</c:v>
                </c:pt>
                <c:pt idx="80">
                  <c:v>Aug 21</c:v>
                </c:pt>
                <c:pt idx="81">
                  <c:v>Aug 21</c:v>
                </c:pt>
                <c:pt idx="82">
                  <c:v>Aug 21</c:v>
                </c:pt>
                <c:pt idx="83">
                  <c:v>Aug 21</c:v>
                </c:pt>
                <c:pt idx="84">
                  <c:v>Aug 21</c:v>
                </c:pt>
                <c:pt idx="85">
                  <c:v>Sep 21</c:v>
                </c:pt>
                <c:pt idx="86">
                  <c:v>Sep 21</c:v>
                </c:pt>
                <c:pt idx="87">
                  <c:v>Sep 21</c:v>
                </c:pt>
                <c:pt idx="88">
                  <c:v>Sep 21</c:v>
                </c:pt>
                <c:pt idx="89">
                  <c:v>Oct 21</c:v>
                </c:pt>
                <c:pt idx="90">
                  <c:v>Oct 21</c:v>
                </c:pt>
                <c:pt idx="91">
                  <c:v>Oct 21</c:v>
                </c:pt>
                <c:pt idx="92">
                  <c:v>Oct 21</c:v>
                </c:pt>
                <c:pt idx="93">
                  <c:v>Oct 21</c:v>
                </c:pt>
                <c:pt idx="94">
                  <c:v>Nov 21</c:v>
                </c:pt>
                <c:pt idx="95">
                  <c:v>Nov 21</c:v>
                </c:pt>
                <c:pt idx="96">
                  <c:v>Nov 21</c:v>
                </c:pt>
                <c:pt idx="97">
                  <c:v>Nov 21</c:v>
                </c:pt>
                <c:pt idx="98">
                  <c:v>Dec 21</c:v>
                </c:pt>
                <c:pt idx="99">
                  <c:v>Dec 21</c:v>
                </c:pt>
                <c:pt idx="100">
                  <c:v>Dec 21</c:v>
                </c:pt>
                <c:pt idx="101">
                  <c:v>Dec 21</c:v>
                </c:pt>
              </c:strCache>
            </c:strRef>
          </c:cat>
          <c:val>
            <c:numRef>
              <c:f>Sheet1!$C$2:$C$103</c:f>
              <c:numCache>
                <c:formatCode>General</c:formatCode>
                <c:ptCount val="10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  <c:pt idx="4">
                  <c:v>1</c:v>
                </c:pt>
                <c:pt idx="5">
                  <c:v>1</c:v>
                </c:pt>
                <c:pt idx="6">
                  <c:v>7</c:v>
                </c:pt>
                <c:pt idx="7">
                  <c:v>59</c:v>
                </c:pt>
                <c:pt idx="8">
                  <c:v>367</c:v>
                </c:pt>
                <c:pt idx="9">
                  <c:v>1029</c:v>
                </c:pt>
                <c:pt idx="10">
                  <c:v>2728</c:v>
                </c:pt>
                <c:pt idx="11">
                  <c:v>4394</c:v>
                </c:pt>
                <c:pt idx="12">
                  <c:v>4599</c:v>
                </c:pt>
                <c:pt idx="13">
                  <c:v>4643</c:v>
                </c:pt>
                <c:pt idx="14">
                  <c:v>4588</c:v>
                </c:pt>
                <c:pt idx="15">
                  <c:v>4411</c:v>
                </c:pt>
                <c:pt idx="16">
                  <c:v>3182</c:v>
                </c:pt>
                <c:pt idx="17">
                  <c:v>2776</c:v>
                </c:pt>
                <c:pt idx="18">
                  <c:v>2270</c:v>
                </c:pt>
                <c:pt idx="19">
                  <c:v>1574</c:v>
                </c:pt>
                <c:pt idx="20">
                  <c:v>1171</c:v>
                </c:pt>
                <c:pt idx="21">
                  <c:v>1034</c:v>
                </c:pt>
                <c:pt idx="22">
                  <c:v>928</c:v>
                </c:pt>
                <c:pt idx="23">
                  <c:v>722</c:v>
                </c:pt>
                <c:pt idx="24">
                  <c:v>590</c:v>
                </c:pt>
                <c:pt idx="25">
                  <c:v>593</c:v>
                </c:pt>
                <c:pt idx="26">
                  <c:v>638</c:v>
                </c:pt>
                <c:pt idx="27">
                  <c:v>730</c:v>
                </c:pt>
                <c:pt idx="28">
                  <c:v>793</c:v>
                </c:pt>
                <c:pt idx="29">
                  <c:v>948</c:v>
                </c:pt>
                <c:pt idx="30">
                  <c:v>1111</c:v>
                </c:pt>
                <c:pt idx="31">
                  <c:v>1155</c:v>
                </c:pt>
                <c:pt idx="32">
                  <c:v>1369</c:v>
                </c:pt>
                <c:pt idx="33">
                  <c:v>2591</c:v>
                </c:pt>
                <c:pt idx="34">
                  <c:v>3206</c:v>
                </c:pt>
                <c:pt idx="35">
                  <c:v>4465</c:v>
                </c:pt>
                <c:pt idx="36">
                  <c:v>6857</c:v>
                </c:pt>
                <c:pt idx="37">
                  <c:v>11985</c:v>
                </c:pt>
                <c:pt idx="38">
                  <c:v>15963</c:v>
                </c:pt>
                <c:pt idx="39">
                  <c:v>17775</c:v>
                </c:pt>
                <c:pt idx="40">
                  <c:v>22100</c:v>
                </c:pt>
                <c:pt idx="41">
                  <c:v>22029</c:v>
                </c:pt>
                <c:pt idx="42">
                  <c:v>24089</c:v>
                </c:pt>
                <c:pt idx="43">
                  <c:v>24389</c:v>
                </c:pt>
                <c:pt idx="44">
                  <c:v>18727</c:v>
                </c:pt>
                <c:pt idx="45">
                  <c:v>14824</c:v>
                </c:pt>
                <c:pt idx="46">
                  <c:v>15696</c:v>
                </c:pt>
                <c:pt idx="47">
                  <c:v>21960</c:v>
                </c:pt>
                <c:pt idx="48">
                  <c:v>33502</c:v>
                </c:pt>
                <c:pt idx="49">
                  <c:v>39149</c:v>
                </c:pt>
                <c:pt idx="50">
                  <c:v>58011</c:v>
                </c:pt>
                <c:pt idx="51">
                  <c:v>54556</c:v>
                </c:pt>
                <c:pt idx="52">
                  <c:v>43073</c:v>
                </c:pt>
                <c:pt idx="53">
                  <c:v>32172</c:v>
                </c:pt>
                <c:pt idx="54">
                  <c:v>23561</c:v>
                </c:pt>
                <c:pt idx="55">
                  <c:v>17420</c:v>
                </c:pt>
                <c:pt idx="56">
                  <c:v>12580</c:v>
                </c:pt>
                <c:pt idx="57">
                  <c:v>11221</c:v>
                </c:pt>
                <c:pt idx="58">
                  <c:v>7842</c:v>
                </c:pt>
                <c:pt idx="59">
                  <c:v>5818</c:v>
                </c:pt>
                <c:pt idx="60">
                  <c:v>5726</c:v>
                </c:pt>
                <c:pt idx="61">
                  <c:v>5570</c:v>
                </c:pt>
                <c:pt idx="62">
                  <c:v>5301</c:v>
                </c:pt>
                <c:pt idx="63">
                  <c:v>3326</c:v>
                </c:pt>
                <c:pt idx="64">
                  <c:v>2881</c:v>
                </c:pt>
                <c:pt idx="65">
                  <c:v>2412</c:v>
                </c:pt>
                <c:pt idx="66">
                  <c:v>2300</c:v>
                </c:pt>
                <c:pt idx="67">
                  <c:v>2045</c:v>
                </c:pt>
                <c:pt idx="68">
                  <c:v>2204</c:v>
                </c:pt>
                <c:pt idx="69">
                  <c:v>2163</c:v>
                </c:pt>
                <c:pt idx="70">
                  <c:v>2527</c:v>
                </c:pt>
                <c:pt idx="71">
                  <c:v>3460</c:v>
                </c:pt>
                <c:pt idx="72">
                  <c:v>5411</c:v>
                </c:pt>
                <c:pt idx="73">
                  <c:v>7590</c:v>
                </c:pt>
                <c:pt idx="74">
                  <c:v>10311</c:v>
                </c:pt>
                <c:pt idx="75">
                  <c:v>17678</c:v>
                </c:pt>
                <c:pt idx="76">
                  <c:v>27122</c:v>
                </c:pt>
                <c:pt idx="77">
                  <c:v>33611</c:v>
                </c:pt>
                <c:pt idx="78">
                  <c:v>48435</c:v>
                </c:pt>
                <c:pt idx="79">
                  <c:v>32498</c:v>
                </c:pt>
                <c:pt idx="80">
                  <c:v>26362</c:v>
                </c:pt>
                <c:pt idx="81">
                  <c:v>28253</c:v>
                </c:pt>
                <c:pt idx="82">
                  <c:v>29730</c:v>
                </c:pt>
                <c:pt idx="83">
                  <c:v>34225</c:v>
                </c:pt>
                <c:pt idx="84">
                  <c:v>34467</c:v>
                </c:pt>
                <c:pt idx="85">
                  <c:v>38299</c:v>
                </c:pt>
                <c:pt idx="86">
                  <c:v>32879</c:v>
                </c:pt>
                <c:pt idx="87">
                  <c:v>30489</c:v>
                </c:pt>
                <c:pt idx="88">
                  <c:v>34997</c:v>
                </c:pt>
                <c:pt idx="89">
                  <c:v>33287</c:v>
                </c:pt>
                <c:pt idx="90">
                  <c:v>37868</c:v>
                </c:pt>
                <c:pt idx="91">
                  <c:v>45430</c:v>
                </c:pt>
                <c:pt idx="92">
                  <c:v>45523</c:v>
                </c:pt>
                <c:pt idx="93">
                  <c:v>40380</c:v>
                </c:pt>
                <c:pt idx="94">
                  <c:v>34445</c:v>
                </c:pt>
                <c:pt idx="95">
                  <c:v>39499</c:v>
                </c:pt>
                <c:pt idx="96">
                  <c:v>42790</c:v>
                </c:pt>
                <c:pt idx="97">
                  <c:v>43066</c:v>
                </c:pt>
                <c:pt idx="98">
                  <c:v>48946</c:v>
                </c:pt>
                <c:pt idx="99">
                  <c:v>55145</c:v>
                </c:pt>
                <c:pt idx="100">
                  <c:v>97518</c:v>
                </c:pt>
                <c:pt idx="101">
                  <c:v>132909</c:v>
                </c:pt>
              </c:numCache>
            </c:numRef>
          </c:val>
        </c:ser>
        <c:axId val="50010"/>
        <c:axId val="50020"/>
      </c:area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spending (index, LHS)</c:v>
                </c:pt>
              </c:strCache>
            </c:strRef>
          </c:tx>
          <c:spPr>
            <a:ln w="28575">
              <a:solidFill>
                <a:srgbClr val="002D72"/>
              </a:solidFill>
            </a:ln>
          </c:spPr>
          <c:marker>
            <c:symbol val="none"/>
          </c:marker>
          <c:cat>
            <c:strRef>
              <c:f>Sheet1!$A$2:$A$103</c:f>
              <c:strCache>
                <c:ptCount val="102"/>
                <c:pt idx="0">
                  <c:v>Jan 20</c:v>
                </c:pt>
                <c:pt idx="1">
                  <c:v>Jan 20</c:v>
                </c:pt>
                <c:pt idx="2">
                  <c:v>Feb 20</c:v>
                </c:pt>
                <c:pt idx="3">
                  <c:v>Feb 20</c:v>
                </c:pt>
                <c:pt idx="4">
                  <c:v>Feb 20</c:v>
                </c:pt>
                <c:pt idx="5">
                  <c:v>Feb 20</c:v>
                </c:pt>
                <c:pt idx="6">
                  <c:v>Mar 20</c:v>
                </c:pt>
                <c:pt idx="7">
                  <c:v>Mar 20</c:v>
                </c:pt>
                <c:pt idx="8">
                  <c:v>Mar 20</c:v>
                </c:pt>
                <c:pt idx="9">
                  <c:v>Mar 20</c:v>
                </c:pt>
                <c:pt idx="10">
                  <c:v>Mar 20</c:v>
                </c:pt>
                <c:pt idx="11">
                  <c:v>Apr 20</c:v>
                </c:pt>
                <c:pt idx="12">
                  <c:v>Apr 20</c:v>
                </c:pt>
                <c:pt idx="13">
                  <c:v>Apr 20</c:v>
                </c:pt>
                <c:pt idx="14">
                  <c:v>Apr 20</c:v>
                </c:pt>
                <c:pt idx="15">
                  <c:v>May 20</c:v>
                </c:pt>
                <c:pt idx="16">
                  <c:v>May 20</c:v>
                </c:pt>
                <c:pt idx="17">
                  <c:v>May 20</c:v>
                </c:pt>
                <c:pt idx="18">
                  <c:v>May 20</c:v>
                </c:pt>
                <c:pt idx="19">
                  <c:v>May 20</c:v>
                </c:pt>
                <c:pt idx="20">
                  <c:v>Jun 20</c:v>
                </c:pt>
                <c:pt idx="21">
                  <c:v>Jun 20</c:v>
                </c:pt>
                <c:pt idx="22">
                  <c:v>Jun 20</c:v>
                </c:pt>
                <c:pt idx="23">
                  <c:v>Jun 20</c:v>
                </c:pt>
                <c:pt idx="24">
                  <c:v>Jul 20</c:v>
                </c:pt>
                <c:pt idx="25">
                  <c:v>Jul 20</c:v>
                </c:pt>
                <c:pt idx="26">
                  <c:v>Jul 20</c:v>
                </c:pt>
                <c:pt idx="27">
                  <c:v>Jul 20</c:v>
                </c:pt>
                <c:pt idx="28">
                  <c:v>Aug 20</c:v>
                </c:pt>
                <c:pt idx="29">
                  <c:v>Aug 20</c:v>
                </c:pt>
                <c:pt idx="30">
                  <c:v>Aug 20</c:v>
                </c:pt>
                <c:pt idx="31">
                  <c:v>Aug 20</c:v>
                </c:pt>
                <c:pt idx="32">
                  <c:v>Aug 20</c:v>
                </c:pt>
                <c:pt idx="33">
                  <c:v>Sep 20</c:v>
                </c:pt>
                <c:pt idx="34">
                  <c:v>Sep 20</c:v>
                </c:pt>
                <c:pt idx="35">
                  <c:v>Sep 20</c:v>
                </c:pt>
                <c:pt idx="36">
                  <c:v>Sep 20</c:v>
                </c:pt>
                <c:pt idx="37">
                  <c:v>Oct 20</c:v>
                </c:pt>
                <c:pt idx="38">
                  <c:v>Oct 20</c:v>
                </c:pt>
                <c:pt idx="39">
                  <c:v>Oct 20</c:v>
                </c:pt>
                <c:pt idx="40">
                  <c:v>Oct 20</c:v>
                </c:pt>
                <c:pt idx="41">
                  <c:v>Nov 20</c:v>
                </c:pt>
                <c:pt idx="42">
                  <c:v>Nov 20</c:v>
                </c:pt>
                <c:pt idx="43">
                  <c:v>Nov 20</c:v>
                </c:pt>
                <c:pt idx="44">
                  <c:v>Nov 20</c:v>
                </c:pt>
                <c:pt idx="45">
                  <c:v>Nov 20</c:v>
                </c:pt>
                <c:pt idx="46">
                  <c:v>Dec 20</c:v>
                </c:pt>
                <c:pt idx="47">
                  <c:v>Dec 20</c:v>
                </c:pt>
                <c:pt idx="48">
                  <c:v>Dec 20</c:v>
                </c:pt>
                <c:pt idx="49">
                  <c:v>Dec 20</c:v>
                </c:pt>
                <c:pt idx="50">
                  <c:v>Jan 21</c:v>
                </c:pt>
                <c:pt idx="51">
                  <c:v>Jan 21</c:v>
                </c:pt>
                <c:pt idx="52">
                  <c:v>Jan 21</c:v>
                </c:pt>
                <c:pt idx="53">
                  <c:v>Jan 21</c:v>
                </c:pt>
                <c:pt idx="54">
                  <c:v>Jan 21</c:v>
                </c:pt>
                <c:pt idx="55">
                  <c:v>Feb 21</c:v>
                </c:pt>
                <c:pt idx="56">
                  <c:v>Feb 21</c:v>
                </c:pt>
                <c:pt idx="57">
                  <c:v>Feb 21</c:v>
                </c:pt>
                <c:pt idx="58">
                  <c:v>Feb 21</c:v>
                </c:pt>
                <c:pt idx="59">
                  <c:v>Mar 21</c:v>
                </c:pt>
                <c:pt idx="60">
                  <c:v>Mar 21</c:v>
                </c:pt>
                <c:pt idx="61">
                  <c:v>Mar 21</c:v>
                </c:pt>
                <c:pt idx="62">
                  <c:v>Mar 21</c:v>
                </c:pt>
                <c:pt idx="63">
                  <c:v>Apr 21</c:v>
                </c:pt>
                <c:pt idx="64">
                  <c:v>Apr 21</c:v>
                </c:pt>
                <c:pt idx="65">
                  <c:v>Apr 21</c:v>
                </c:pt>
                <c:pt idx="66">
                  <c:v>Apr 21</c:v>
                </c:pt>
                <c:pt idx="67">
                  <c:v>May 21</c:v>
                </c:pt>
                <c:pt idx="68">
                  <c:v>May 21</c:v>
                </c:pt>
                <c:pt idx="69">
                  <c:v>May 21</c:v>
                </c:pt>
                <c:pt idx="70">
                  <c:v>May 21</c:v>
                </c:pt>
                <c:pt idx="71">
                  <c:v>May 21</c:v>
                </c:pt>
                <c:pt idx="72">
                  <c:v>Jun 21</c:v>
                </c:pt>
                <c:pt idx="73">
                  <c:v>Jun 21</c:v>
                </c:pt>
                <c:pt idx="74">
                  <c:v>Jun 21</c:v>
                </c:pt>
                <c:pt idx="75">
                  <c:v>Jun 21</c:v>
                </c:pt>
                <c:pt idx="76">
                  <c:v>Jul 21</c:v>
                </c:pt>
                <c:pt idx="77">
                  <c:v>Jul 21</c:v>
                </c:pt>
                <c:pt idx="78">
                  <c:v>Jul 21</c:v>
                </c:pt>
                <c:pt idx="79">
                  <c:v>Jul 21</c:v>
                </c:pt>
                <c:pt idx="80">
                  <c:v>Aug 21</c:v>
                </c:pt>
                <c:pt idx="81">
                  <c:v>Aug 21</c:v>
                </c:pt>
                <c:pt idx="82">
                  <c:v>Aug 21</c:v>
                </c:pt>
                <c:pt idx="83">
                  <c:v>Aug 21</c:v>
                </c:pt>
                <c:pt idx="84">
                  <c:v>Aug 21</c:v>
                </c:pt>
                <c:pt idx="85">
                  <c:v>Sep 21</c:v>
                </c:pt>
                <c:pt idx="86">
                  <c:v>Sep 21</c:v>
                </c:pt>
                <c:pt idx="87">
                  <c:v>Sep 21</c:v>
                </c:pt>
                <c:pt idx="88">
                  <c:v>Sep 21</c:v>
                </c:pt>
                <c:pt idx="89">
                  <c:v>Oct 21</c:v>
                </c:pt>
                <c:pt idx="90">
                  <c:v>Oct 21</c:v>
                </c:pt>
                <c:pt idx="91">
                  <c:v>Oct 21</c:v>
                </c:pt>
                <c:pt idx="92">
                  <c:v>Oct 21</c:v>
                </c:pt>
                <c:pt idx="93">
                  <c:v>Oct 21</c:v>
                </c:pt>
                <c:pt idx="94">
                  <c:v>Nov 21</c:v>
                </c:pt>
                <c:pt idx="95">
                  <c:v>Nov 21</c:v>
                </c:pt>
                <c:pt idx="96">
                  <c:v>Nov 21</c:v>
                </c:pt>
                <c:pt idx="97">
                  <c:v>Nov 21</c:v>
                </c:pt>
                <c:pt idx="98">
                  <c:v>Dec 21</c:v>
                </c:pt>
                <c:pt idx="99">
                  <c:v>Dec 21</c:v>
                </c:pt>
                <c:pt idx="100">
                  <c:v>Dec 21</c:v>
                </c:pt>
                <c:pt idx="101">
                  <c:v>Dec 21</c:v>
                </c:pt>
              </c:strCache>
            </c:strRef>
          </c:cat>
          <c:val>
            <c:numRef>
              <c:f>Sheet1!$B$2:$B$103</c:f>
              <c:numCache>
                <c:formatCode>General</c:formatCode>
                <c:ptCount val="102"/>
                <c:pt idx="0">
                  <c:v>93.1</c:v>
                </c:pt>
                <c:pt idx="1">
                  <c:v>95.3</c:v>
                </c:pt>
                <c:pt idx="2">
                  <c:v>98.9</c:v>
                </c:pt>
                <c:pt idx="3">
                  <c:v>101.8</c:v>
                </c:pt>
                <c:pt idx="4">
                  <c:v>97.3</c:v>
                </c:pt>
                <c:pt idx="5">
                  <c:v>100.8</c:v>
                </c:pt>
                <c:pt idx="6">
                  <c:v>100.1</c:v>
                </c:pt>
                <c:pt idx="7">
                  <c:v>105.7</c:v>
                </c:pt>
                <c:pt idx="8">
                  <c:v>103.5</c:v>
                </c:pt>
                <c:pt idx="9">
                  <c:v>99.3</c:v>
                </c:pt>
                <c:pt idx="10">
                  <c:v>70.9</c:v>
                </c:pt>
                <c:pt idx="11">
                  <c:v>51.5</c:v>
                </c:pt>
                <c:pt idx="12">
                  <c:v>55.0</c:v>
                </c:pt>
                <c:pt idx="13">
                  <c:v>53.0</c:v>
                </c:pt>
                <c:pt idx="14">
                  <c:v>56.7</c:v>
                </c:pt>
                <c:pt idx="15">
                  <c:v>61.5</c:v>
                </c:pt>
                <c:pt idx="16">
                  <c:v>65.2</c:v>
                </c:pt>
                <c:pt idx="17">
                  <c:v>63.7</c:v>
                </c:pt>
                <c:pt idx="18">
                  <c:v>66.9</c:v>
                </c:pt>
                <c:pt idx="19">
                  <c:v>70.2</c:v>
                </c:pt>
                <c:pt idx="20">
                  <c:v>75.0</c:v>
                </c:pt>
                <c:pt idx="21">
                  <c:v>76.4</c:v>
                </c:pt>
                <c:pt idx="22">
                  <c:v>77.0</c:v>
                </c:pt>
                <c:pt idx="23">
                  <c:v>82.5</c:v>
                </c:pt>
                <c:pt idx="24">
                  <c:v>87.5</c:v>
                </c:pt>
                <c:pt idx="25">
                  <c:v>86.9</c:v>
                </c:pt>
                <c:pt idx="26">
                  <c:v>84.2</c:v>
                </c:pt>
                <c:pt idx="27">
                  <c:v>81.3</c:v>
                </c:pt>
                <c:pt idx="28">
                  <c:v>84.8</c:v>
                </c:pt>
                <c:pt idx="29">
                  <c:v>90.3</c:v>
                </c:pt>
                <c:pt idx="30">
                  <c:v>86.3</c:v>
                </c:pt>
                <c:pt idx="31">
                  <c:v>86.8</c:v>
                </c:pt>
                <c:pt idx="32">
                  <c:v>89.0</c:v>
                </c:pt>
                <c:pt idx="33">
                  <c:v>97.4</c:v>
                </c:pt>
                <c:pt idx="34">
                  <c:v>91.3</c:v>
                </c:pt>
                <c:pt idx="35">
                  <c:v>87.9</c:v>
                </c:pt>
                <c:pt idx="36">
                  <c:v>88.1</c:v>
                </c:pt>
                <c:pt idx="37">
                  <c:v>90.9</c:v>
                </c:pt>
                <c:pt idx="38">
                  <c:v>92.4</c:v>
                </c:pt>
                <c:pt idx="39">
                  <c:v>89.0</c:v>
                </c:pt>
                <c:pt idx="40">
                  <c:v>87.9</c:v>
                </c:pt>
                <c:pt idx="41">
                  <c:v>90.7</c:v>
                </c:pt>
                <c:pt idx="42">
                  <c:v>102.0</c:v>
                </c:pt>
                <c:pt idx="43">
                  <c:v>78.7</c:v>
                </c:pt>
                <c:pt idx="44">
                  <c:v>77.6</c:v>
                </c:pt>
                <c:pt idx="45">
                  <c:v>83.4</c:v>
                </c:pt>
                <c:pt idx="46">
                  <c:v>98.0</c:v>
                </c:pt>
                <c:pt idx="47">
                  <c:v>111.4</c:v>
                </c:pt>
                <c:pt idx="48">
                  <c:v>111.4</c:v>
                </c:pt>
                <c:pt idx="49">
                  <c:v>115.1</c:v>
                </c:pt>
                <c:pt idx="50">
                  <c:v>67.3</c:v>
                </c:pt>
                <c:pt idx="51">
                  <c:v>65.6</c:v>
                </c:pt>
                <c:pt idx="52">
                  <c:v>65.7</c:v>
                </c:pt>
                <c:pt idx="53">
                  <c:v>65.0</c:v>
                </c:pt>
                <c:pt idx="54">
                  <c:v>67.0</c:v>
                </c:pt>
                <c:pt idx="55">
                  <c:v>74.8</c:v>
                </c:pt>
                <c:pt idx="56">
                  <c:v>73.1</c:v>
                </c:pt>
                <c:pt idx="57">
                  <c:v>74.7</c:v>
                </c:pt>
                <c:pt idx="58">
                  <c:v>72.7</c:v>
                </c:pt>
                <c:pt idx="59">
                  <c:v>81.5</c:v>
                </c:pt>
                <c:pt idx="60">
                  <c:v>79.9</c:v>
                </c:pt>
                <c:pt idx="61">
                  <c:v>80.7</c:v>
                </c:pt>
                <c:pt idx="62">
                  <c:v>78.1</c:v>
                </c:pt>
                <c:pt idx="63">
                  <c:v>85.3</c:v>
                </c:pt>
                <c:pt idx="64">
                  <c:v>83.6</c:v>
                </c:pt>
                <c:pt idx="65">
                  <c:v>89.4</c:v>
                </c:pt>
                <c:pt idx="66">
                  <c:v>99.4</c:v>
                </c:pt>
                <c:pt idx="67">
                  <c:v>98.6</c:v>
                </c:pt>
                <c:pt idx="68">
                  <c:v>104.9</c:v>
                </c:pt>
                <c:pt idx="69">
                  <c:v>99.4</c:v>
                </c:pt>
                <c:pt idx="70">
                  <c:v>95.8</c:v>
                </c:pt>
                <c:pt idx="71">
                  <c:v>95.4</c:v>
                </c:pt>
                <c:pt idx="72">
                  <c:v>100.7</c:v>
                </c:pt>
                <c:pt idx="73">
                  <c:v>97.0</c:v>
                </c:pt>
                <c:pt idx="74">
                  <c:v>91.8</c:v>
                </c:pt>
                <c:pt idx="75">
                  <c:v>91.8</c:v>
                </c:pt>
                <c:pt idx="76">
                  <c:v>95.6</c:v>
                </c:pt>
                <c:pt idx="77">
                  <c:v>97.5</c:v>
                </c:pt>
                <c:pt idx="78">
                  <c:v>92.8</c:v>
                </c:pt>
                <c:pt idx="79">
                  <c:v>93.3</c:v>
                </c:pt>
                <c:pt idx="80">
                  <c:v>95.3</c:v>
                </c:pt>
                <c:pt idx="81">
                  <c:v>99.4</c:v>
                </c:pt>
                <c:pt idx="82">
                  <c:v>95.7</c:v>
                </c:pt>
                <c:pt idx="83">
                  <c:v>93.9</c:v>
                </c:pt>
                <c:pt idx="84">
                  <c:v>93.2</c:v>
                </c:pt>
                <c:pt idx="85">
                  <c:v>98.2</c:v>
                </c:pt>
                <c:pt idx="86">
                  <c:v>96.7</c:v>
                </c:pt>
                <c:pt idx="87">
                  <c:v>92.8</c:v>
                </c:pt>
                <c:pt idx="88">
                  <c:v>94.0</c:v>
                </c:pt>
                <c:pt idx="89">
                  <c:v>100.0</c:v>
                </c:pt>
                <c:pt idx="90">
                  <c:v>101.8</c:v>
                </c:pt>
                <c:pt idx="91">
                  <c:v>97.5</c:v>
                </c:pt>
                <c:pt idx="92">
                  <c:v>97.1</c:v>
                </c:pt>
                <c:pt idx="93">
                  <c:v>98.9</c:v>
                </c:pt>
                <c:pt idx="94">
                  <c:v>104.7</c:v>
                </c:pt>
                <c:pt idx="95">
                  <c:v>101.7</c:v>
                </c:pt>
                <c:pt idx="96">
                  <c:v>102.3</c:v>
                </c:pt>
                <c:pt idx="97">
                  <c:v>105.5</c:v>
                </c:pt>
                <c:pt idx="98">
                  <c:v>119.0</c:v>
                </c:pt>
                <c:pt idx="99">
                  <c:v>116.2</c:v>
                </c:pt>
                <c:pt idx="100">
                  <c:v>115.2</c:v>
                </c:pt>
                <c:pt idx="101">
                  <c:v>122.9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6B1C2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tickLblSkip val="13"/>
        <c:tickMarkSkip val="13"/>
        <c:noMultiLvlLbl val="0"/>
      </c:catAx>
      <c:valAx>
        <c:axId val="2140495176"/>
        <c:scaling>
          <c:max val="140.0"/>
          <c:min val="0.0"/>
        </c:scaling>
        <c:delete val="0"/>
        <c:axPos val="l"/>
        <c:majorGridlines>
          <c:spPr>
            <a:ln>
              <a:solidFill>
                <a:srgbClr val="DDE2EA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  <c:majorUnit val="20.0"/>
      </c:valAx>
      <c:catAx>
        <c:axId val="50010"/>
        <c:scaling>
          <c:orientation val="minMax"/>
        </c:scaling>
        <c:delete val="1"/>
        <c:axPos val="b"/>
        <c:majorTickMark val="none"/>
        <c:minorTickMark val="none"/>
        <c:tickLblPos val="nextTo"/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150000"/>
          <c:min val="0"/>
        </c:scaling>
        <c:delete val="0"/>
        <c:axPos val="r"/>
        <c:numFmt formatCode="#,##0" sourceLinked="0"/>
        <c:majorTickMark val="none"/>
        <c:minorTickMark val="none"/>
        <c:tickLblPos val="nextTo"/>
        <c:spPr>
          <a:ln>
            <a:noFill/>
          </a:ln>
        </c:spPr>
        <c:crossAx val="50010"/>
        <c:crosses val="max"/>
        <c:crossBetween val="midCat"/>
        <c:majorUnit val="50000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222B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44546A"/>
                </a:solidFill>
                <a:latin typeface="Arial"/>
              </a:rPr>
              <a:t>Spending by category vs. new COVID-19 cases, 2020–21</a:t>
            </a:r>
          </a:p>
        </c:rich>
      </c:tx>
      <c:layout/>
      <c:overlay val="0"/>
    </c:title>
    <c:autoTitleDeleted val="0"/>
    <c:plotArea>
      <c:areaChart>
        <c:grouping val="standard"/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Avg daily new cases (RHS)</c:v>
                </c:pt>
              </c:strCache>
            </c:strRef>
          </c:tx>
          <c:spPr>
            <a:solidFill>
              <a:srgbClr val="D3DAE6"/>
            </a:solidFill>
            <a:ln>
              <a:noFill/>
            </a:ln>
          </c:spPr>
          <c:cat>
            <c:strRef>
              <c:f>Sheet1!$A$2:$A$103</c:f>
              <c:strCache>
                <c:ptCount val="102"/>
                <c:pt idx="0">
                  <c:v>Jan 20</c:v>
                </c:pt>
                <c:pt idx="1">
                  <c:v>Jan 20</c:v>
                </c:pt>
                <c:pt idx="2">
                  <c:v>Feb 20</c:v>
                </c:pt>
                <c:pt idx="3">
                  <c:v>Feb 20</c:v>
                </c:pt>
                <c:pt idx="4">
                  <c:v>Feb 20</c:v>
                </c:pt>
                <c:pt idx="5">
                  <c:v>Feb 20</c:v>
                </c:pt>
                <c:pt idx="6">
                  <c:v>Mar 20</c:v>
                </c:pt>
                <c:pt idx="7">
                  <c:v>Mar 20</c:v>
                </c:pt>
                <c:pt idx="8">
                  <c:v>Mar 20</c:v>
                </c:pt>
                <c:pt idx="9">
                  <c:v>Mar 20</c:v>
                </c:pt>
                <c:pt idx="10">
                  <c:v>Mar 20</c:v>
                </c:pt>
                <c:pt idx="11">
                  <c:v>Apr 20</c:v>
                </c:pt>
                <c:pt idx="12">
                  <c:v>Apr 20</c:v>
                </c:pt>
                <c:pt idx="13">
                  <c:v>Apr 20</c:v>
                </c:pt>
                <c:pt idx="14">
                  <c:v>Apr 20</c:v>
                </c:pt>
                <c:pt idx="15">
                  <c:v>May 20</c:v>
                </c:pt>
                <c:pt idx="16">
                  <c:v>May 20</c:v>
                </c:pt>
                <c:pt idx="17">
                  <c:v>May 20</c:v>
                </c:pt>
                <c:pt idx="18">
                  <c:v>May 20</c:v>
                </c:pt>
                <c:pt idx="19">
                  <c:v>May 20</c:v>
                </c:pt>
                <c:pt idx="20">
                  <c:v>Jun 20</c:v>
                </c:pt>
                <c:pt idx="21">
                  <c:v>Jun 20</c:v>
                </c:pt>
                <c:pt idx="22">
                  <c:v>Jun 20</c:v>
                </c:pt>
                <c:pt idx="23">
                  <c:v>Jun 20</c:v>
                </c:pt>
                <c:pt idx="24">
                  <c:v>Jul 20</c:v>
                </c:pt>
                <c:pt idx="25">
                  <c:v>Jul 20</c:v>
                </c:pt>
                <c:pt idx="26">
                  <c:v>Jul 20</c:v>
                </c:pt>
                <c:pt idx="27">
                  <c:v>Jul 20</c:v>
                </c:pt>
                <c:pt idx="28">
                  <c:v>Aug 20</c:v>
                </c:pt>
                <c:pt idx="29">
                  <c:v>Aug 20</c:v>
                </c:pt>
                <c:pt idx="30">
                  <c:v>Aug 20</c:v>
                </c:pt>
                <c:pt idx="31">
                  <c:v>Aug 20</c:v>
                </c:pt>
                <c:pt idx="32">
                  <c:v>Aug 20</c:v>
                </c:pt>
                <c:pt idx="33">
                  <c:v>Sep 20</c:v>
                </c:pt>
                <c:pt idx="34">
                  <c:v>Sep 20</c:v>
                </c:pt>
                <c:pt idx="35">
                  <c:v>Sep 20</c:v>
                </c:pt>
                <c:pt idx="36">
                  <c:v>Sep 20</c:v>
                </c:pt>
                <c:pt idx="37">
                  <c:v>Oct 20</c:v>
                </c:pt>
                <c:pt idx="38">
                  <c:v>Oct 20</c:v>
                </c:pt>
                <c:pt idx="39">
                  <c:v>Oct 20</c:v>
                </c:pt>
                <c:pt idx="40">
                  <c:v>Oct 20</c:v>
                </c:pt>
                <c:pt idx="41">
                  <c:v>Nov 20</c:v>
                </c:pt>
                <c:pt idx="42">
                  <c:v>Nov 20</c:v>
                </c:pt>
                <c:pt idx="43">
                  <c:v>Nov 20</c:v>
                </c:pt>
                <c:pt idx="44">
                  <c:v>Nov 20</c:v>
                </c:pt>
                <c:pt idx="45">
                  <c:v>Nov 20</c:v>
                </c:pt>
                <c:pt idx="46">
                  <c:v>Dec 20</c:v>
                </c:pt>
                <c:pt idx="47">
                  <c:v>Dec 20</c:v>
                </c:pt>
                <c:pt idx="48">
                  <c:v>Dec 20</c:v>
                </c:pt>
                <c:pt idx="49">
                  <c:v>Dec 20</c:v>
                </c:pt>
                <c:pt idx="50">
                  <c:v>Jan 21</c:v>
                </c:pt>
                <c:pt idx="51">
                  <c:v>Jan 21</c:v>
                </c:pt>
                <c:pt idx="52">
                  <c:v>Jan 21</c:v>
                </c:pt>
                <c:pt idx="53">
                  <c:v>Jan 21</c:v>
                </c:pt>
                <c:pt idx="54">
                  <c:v>Jan 21</c:v>
                </c:pt>
                <c:pt idx="55">
                  <c:v>Feb 21</c:v>
                </c:pt>
                <c:pt idx="56">
                  <c:v>Feb 21</c:v>
                </c:pt>
                <c:pt idx="57">
                  <c:v>Feb 21</c:v>
                </c:pt>
                <c:pt idx="58">
                  <c:v>Feb 21</c:v>
                </c:pt>
                <c:pt idx="59">
                  <c:v>Mar 21</c:v>
                </c:pt>
                <c:pt idx="60">
                  <c:v>Mar 21</c:v>
                </c:pt>
                <c:pt idx="61">
                  <c:v>Mar 21</c:v>
                </c:pt>
                <c:pt idx="62">
                  <c:v>Mar 21</c:v>
                </c:pt>
                <c:pt idx="63">
                  <c:v>Apr 21</c:v>
                </c:pt>
                <c:pt idx="64">
                  <c:v>Apr 21</c:v>
                </c:pt>
                <c:pt idx="65">
                  <c:v>Apr 21</c:v>
                </c:pt>
                <c:pt idx="66">
                  <c:v>Apr 21</c:v>
                </c:pt>
                <c:pt idx="67">
                  <c:v>May 21</c:v>
                </c:pt>
                <c:pt idx="68">
                  <c:v>May 21</c:v>
                </c:pt>
                <c:pt idx="69">
                  <c:v>May 21</c:v>
                </c:pt>
                <c:pt idx="70">
                  <c:v>May 21</c:v>
                </c:pt>
                <c:pt idx="71">
                  <c:v>May 21</c:v>
                </c:pt>
                <c:pt idx="72">
                  <c:v>Jun 21</c:v>
                </c:pt>
                <c:pt idx="73">
                  <c:v>Jun 21</c:v>
                </c:pt>
                <c:pt idx="74">
                  <c:v>Jun 21</c:v>
                </c:pt>
                <c:pt idx="75">
                  <c:v>Jun 21</c:v>
                </c:pt>
                <c:pt idx="76">
                  <c:v>Jul 21</c:v>
                </c:pt>
                <c:pt idx="77">
                  <c:v>Jul 21</c:v>
                </c:pt>
                <c:pt idx="78">
                  <c:v>Jul 21</c:v>
                </c:pt>
                <c:pt idx="79">
                  <c:v>Jul 21</c:v>
                </c:pt>
                <c:pt idx="80">
                  <c:v>Aug 21</c:v>
                </c:pt>
                <c:pt idx="81">
                  <c:v>Aug 21</c:v>
                </c:pt>
                <c:pt idx="82">
                  <c:v>Aug 21</c:v>
                </c:pt>
                <c:pt idx="83">
                  <c:v>Aug 21</c:v>
                </c:pt>
                <c:pt idx="84">
                  <c:v>Aug 21</c:v>
                </c:pt>
                <c:pt idx="85">
                  <c:v>Sep 21</c:v>
                </c:pt>
                <c:pt idx="86">
                  <c:v>Sep 21</c:v>
                </c:pt>
                <c:pt idx="87">
                  <c:v>Sep 21</c:v>
                </c:pt>
                <c:pt idx="88">
                  <c:v>Sep 21</c:v>
                </c:pt>
                <c:pt idx="89">
                  <c:v>Oct 21</c:v>
                </c:pt>
                <c:pt idx="90">
                  <c:v>Oct 21</c:v>
                </c:pt>
                <c:pt idx="91">
                  <c:v>Oct 21</c:v>
                </c:pt>
                <c:pt idx="92">
                  <c:v>Oct 21</c:v>
                </c:pt>
                <c:pt idx="93">
                  <c:v>Oct 21</c:v>
                </c:pt>
                <c:pt idx="94">
                  <c:v>Nov 21</c:v>
                </c:pt>
                <c:pt idx="95">
                  <c:v>Nov 21</c:v>
                </c:pt>
                <c:pt idx="96">
                  <c:v>Nov 21</c:v>
                </c:pt>
                <c:pt idx="97">
                  <c:v>Nov 21</c:v>
                </c:pt>
                <c:pt idx="98">
                  <c:v>Dec 21</c:v>
                </c:pt>
                <c:pt idx="99">
                  <c:v>Dec 21</c:v>
                </c:pt>
                <c:pt idx="100">
                  <c:v>Dec 21</c:v>
                </c:pt>
                <c:pt idx="101">
                  <c:v>Dec 21</c:v>
                </c:pt>
              </c:strCache>
            </c:strRef>
          </c:cat>
          <c:val>
            <c:numRef>
              <c:f>Sheet1!$F$2:$F$103</c:f>
              <c:numCache>
                <c:formatCode>General</c:formatCode>
                <c:ptCount val="10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  <c:pt idx="4">
                  <c:v>1</c:v>
                </c:pt>
                <c:pt idx="5">
                  <c:v>1</c:v>
                </c:pt>
                <c:pt idx="6">
                  <c:v>7</c:v>
                </c:pt>
                <c:pt idx="7">
                  <c:v>59</c:v>
                </c:pt>
                <c:pt idx="8">
                  <c:v>367</c:v>
                </c:pt>
                <c:pt idx="9">
                  <c:v>1029</c:v>
                </c:pt>
                <c:pt idx="10">
                  <c:v>2728</c:v>
                </c:pt>
                <c:pt idx="11">
                  <c:v>4394</c:v>
                </c:pt>
                <c:pt idx="12">
                  <c:v>4599</c:v>
                </c:pt>
                <c:pt idx="13">
                  <c:v>4643</c:v>
                </c:pt>
                <c:pt idx="14">
                  <c:v>4588</c:v>
                </c:pt>
                <c:pt idx="15">
                  <c:v>4411</c:v>
                </c:pt>
                <c:pt idx="16">
                  <c:v>3182</c:v>
                </c:pt>
                <c:pt idx="17">
                  <c:v>2776</c:v>
                </c:pt>
                <c:pt idx="18">
                  <c:v>2270</c:v>
                </c:pt>
                <c:pt idx="19">
                  <c:v>1574</c:v>
                </c:pt>
                <c:pt idx="20">
                  <c:v>1171</c:v>
                </c:pt>
                <c:pt idx="21">
                  <c:v>1034</c:v>
                </c:pt>
                <c:pt idx="22">
                  <c:v>928</c:v>
                </c:pt>
                <c:pt idx="23">
                  <c:v>722</c:v>
                </c:pt>
                <c:pt idx="24">
                  <c:v>590</c:v>
                </c:pt>
                <c:pt idx="25">
                  <c:v>593</c:v>
                </c:pt>
                <c:pt idx="26">
                  <c:v>638</c:v>
                </c:pt>
                <c:pt idx="27">
                  <c:v>730</c:v>
                </c:pt>
                <c:pt idx="28">
                  <c:v>793</c:v>
                </c:pt>
                <c:pt idx="29">
                  <c:v>948</c:v>
                </c:pt>
                <c:pt idx="30">
                  <c:v>1111</c:v>
                </c:pt>
                <c:pt idx="31">
                  <c:v>1155</c:v>
                </c:pt>
                <c:pt idx="32">
                  <c:v>1369</c:v>
                </c:pt>
                <c:pt idx="33">
                  <c:v>2591</c:v>
                </c:pt>
                <c:pt idx="34">
                  <c:v>3206</c:v>
                </c:pt>
                <c:pt idx="35">
                  <c:v>4465</c:v>
                </c:pt>
                <c:pt idx="36">
                  <c:v>6857</c:v>
                </c:pt>
                <c:pt idx="37">
                  <c:v>11985</c:v>
                </c:pt>
                <c:pt idx="38">
                  <c:v>15963</c:v>
                </c:pt>
                <c:pt idx="39">
                  <c:v>17775</c:v>
                </c:pt>
                <c:pt idx="40">
                  <c:v>22100</c:v>
                </c:pt>
                <c:pt idx="41">
                  <c:v>22029</c:v>
                </c:pt>
                <c:pt idx="42">
                  <c:v>24089</c:v>
                </c:pt>
                <c:pt idx="43">
                  <c:v>24389</c:v>
                </c:pt>
                <c:pt idx="44">
                  <c:v>18727</c:v>
                </c:pt>
                <c:pt idx="45">
                  <c:v>14824</c:v>
                </c:pt>
                <c:pt idx="46">
                  <c:v>15696</c:v>
                </c:pt>
                <c:pt idx="47">
                  <c:v>21960</c:v>
                </c:pt>
                <c:pt idx="48">
                  <c:v>33502</c:v>
                </c:pt>
                <c:pt idx="49">
                  <c:v>39149</c:v>
                </c:pt>
                <c:pt idx="50">
                  <c:v>58011</c:v>
                </c:pt>
                <c:pt idx="51">
                  <c:v>54556</c:v>
                </c:pt>
                <c:pt idx="52">
                  <c:v>43073</c:v>
                </c:pt>
                <c:pt idx="53">
                  <c:v>32172</c:v>
                </c:pt>
                <c:pt idx="54">
                  <c:v>23561</c:v>
                </c:pt>
                <c:pt idx="55">
                  <c:v>17420</c:v>
                </c:pt>
                <c:pt idx="56">
                  <c:v>12580</c:v>
                </c:pt>
                <c:pt idx="57">
                  <c:v>11221</c:v>
                </c:pt>
                <c:pt idx="58">
                  <c:v>7842</c:v>
                </c:pt>
                <c:pt idx="59">
                  <c:v>5818</c:v>
                </c:pt>
                <c:pt idx="60">
                  <c:v>5726</c:v>
                </c:pt>
                <c:pt idx="61">
                  <c:v>5570</c:v>
                </c:pt>
                <c:pt idx="62">
                  <c:v>5301</c:v>
                </c:pt>
                <c:pt idx="63">
                  <c:v>3326</c:v>
                </c:pt>
                <c:pt idx="64">
                  <c:v>2881</c:v>
                </c:pt>
                <c:pt idx="65">
                  <c:v>2412</c:v>
                </c:pt>
                <c:pt idx="66">
                  <c:v>2300</c:v>
                </c:pt>
                <c:pt idx="67">
                  <c:v>2045</c:v>
                </c:pt>
                <c:pt idx="68">
                  <c:v>2204</c:v>
                </c:pt>
                <c:pt idx="69">
                  <c:v>2163</c:v>
                </c:pt>
                <c:pt idx="70">
                  <c:v>2527</c:v>
                </c:pt>
                <c:pt idx="71">
                  <c:v>3460</c:v>
                </c:pt>
                <c:pt idx="72">
                  <c:v>5411</c:v>
                </c:pt>
                <c:pt idx="73">
                  <c:v>7590</c:v>
                </c:pt>
                <c:pt idx="74">
                  <c:v>10311</c:v>
                </c:pt>
                <c:pt idx="75">
                  <c:v>17678</c:v>
                </c:pt>
                <c:pt idx="76">
                  <c:v>27122</c:v>
                </c:pt>
                <c:pt idx="77">
                  <c:v>33611</c:v>
                </c:pt>
                <c:pt idx="78">
                  <c:v>48435</c:v>
                </c:pt>
                <c:pt idx="79">
                  <c:v>32498</c:v>
                </c:pt>
                <c:pt idx="80">
                  <c:v>26362</c:v>
                </c:pt>
                <c:pt idx="81">
                  <c:v>28253</c:v>
                </c:pt>
                <c:pt idx="82">
                  <c:v>29730</c:v>
                </c:pt>
                <c:pt idx="83">
                  <c:v>34225</c:v>
                </c:pt>
                <c:pt idx="84">
                  <c:v>34467</c:v>
                </c:pt>
                <c:pt idx="85">
                  <c:v>38299</c:v>
                </c:pt>
                <c:pt idx="86">
                  <c:v>32879</c:v>
                </c:pt>
                <c:pt idx="87">
                  <c:v>30489</c:v>
                </c:pt>
                <c:pt idx="88">
                  <c:v>34997</c:v>
                </c:pt>
                <c:pt idx="89">
                  <c:v>33287</c:v>
                </c:pt>
                <c:pt idx="90">
                  <c:v>37868</c:v>
                </c:pt>
                <c:pt idx="91">
                  <c:v>45430</c:v>
                </c:pt>
                <c:pt idx="92">
                  <c:v>45523</c:v>
                </c:pt>
                <c:pt idx="93">
                  <c:v>40380</c:v>
                </c:pt>
                <c:pt idx="94">
                  <c:v>34445</c:v>
                </c:pt>
                <c:pt idx="95">
                  <c:v>39499</c:v>
                </c:pt>
                <c:pt idx="96">
                  <c:v>42790</c:v>
                </c:pt>
                <c:pt idx="97">
                  <c:v>43066</c:v>
                </c:pt>
                <c:pt idx="98">
                  <c:v>48946</c:v>
                </c:pt>
                <c:pt idx="99">
                  <c:v>55145</c:v>
                </c:pt>
                <c:pt idx="100">
                  <c:v>97518</c:v>
                </c:pt>
                <c:pt idx="101">
                  <c:v>132909</c:v>
                </c:pt>
              </c:numCache>
            </c:numRef>
          </c:val>
        </c:ser>
        <c:axId val="50010"/>
        <c:axId val="50020"/>
      </c:area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Social (LHS)</c:v>
                </c:pt>
              </c:strCache>
            </c:strRef>
          </c:tx>
          <c:spPr>
            <a:ln w="28575">
              <a:solidFill>
                <a:srgbClr val="C8102E"/>
              </a:solidFill>
            </a:ln>
          </c:spPr>
          <c:marker>
            <c:symbol val="none"/>
          </c:marker>
          <c:cat>
            <c:strRef>
              <c:f>Sheet1!$A$2:$A$103</c:f>
              <c:strCache>
                <c:ptCount val="102"/>
                <c:pt idx="0">
                  <c:v>Jan 20</c:v>
                </c:pt>
                <c:pt idx="1">
                  <c:v>Jan 20</c:v>
                </c:pt>
                <c:pt idx="2">
                  <c:v>Feb 20</c:v>
                </c:pt>
                <c:pt idx="3">
                  <c:v>Feb 20</c:v>
                </c:pt>
                <c:pt idx="4">
                  <c:v>Feb 20</c:v>
                </c:pt>
                <c:pt idx="5">
                  <c:v>Feb 20</c:v>
                </c:pt>
                <c:pt idx="6">
                  <c:v>Mar 20</c:v>
                </c:pt>
                <c:pt idx="7">
                  <c:v>Mar 20</c:v>
                </c:pt>
                <c:pt idx="8">
                  <c:v>Mar 20</c:v>
                </c:pt>
                <c:pt idx="9">
                  <c:v>Mar 20</c:v>
                </c:pt>
                <c:pt idx="10">
                  <c:v>Mar 20</c:v>
                </c:pt>
                <c:pt idx="11">
                  <c:v>Apr 20</c:v>
                </c:pt>
                <c:pt idx="12">
                  <c:v>Apr 20</c:v>
                </c:pt>
                <c:pt idx="13">
                  <c:v>Apr 20</c:v>
                </c:pt>
                <c:pt idx="14">
                  <c:v>Apr 20</c:v>
                </c:pt>
                <c:pt idx="15">
                  <c:v>May 20</c:v>
                </c:pt>
                <c:pt idx="16">
                  <c:v>May 20</c:v>
                </c:pt>
                <c:pt idx="17">
                  <c:v>May 20</c:v>
                </c:pt>
                <c:pt idx="18">
                  <c:v>May 20</c:v>
                </c:pt>
                <c:pt idx="19">
                  <c:v>May 20</c:v>
                </c:pt>
                <c:pt idx="20">
                  <c:v>Jun 20</c:v>
                </c:pt>
                <c:pt idx="21">
                  <c:v>Jun 20</c:v>
                </c:pt>
                <c:pt idx="22">
                  <c:v>Jun 20</c:v>
                </c:pt>
                <c:pt idx="23">
                  <c:v>Jun 20</c:v>
                </c:pt>
                <c:pt idx="24">
                  <c:v>Jul 20</c:v>
                </c:pt>
                <c:pt idx="25">
                  <c:v>Jul 20</c:v>
                </c:pt>
                <c:pt idx="26">
                  <c:v>Jul 20</c:v>
                </c:pt>
                <c:pt idx="27">
                  <c:v>Jul 20</c:v>
                </c:pt>
                <c:pt idx="28">
                  <c:v>Aug 20</c:v>
                </c:pt>
                <c:pt idx="29">
                  <c:v>Aug 20</c:v>
                </c:pt>
                <c:pt idx="30">
                  <c:v>Aug 20</c:v>
                </c:pt>
                <c:pt idx="31">
                  <c:v>Aug 20</c:v>
                </c:pt>
                <c:pt idx="32">
                  <c:v>Aug 20</c:v>
                </c:pt>
                <c:pt idx="33">
                  <c:v>Sep 20</c:v>
                </c:pt>
                <c:pt idx="34">
                  <c:v>Sep 20</c:v>
                </c:pt>
                <c:pt idx="35">
                  <c:v>Sep 20</c:v>
                </c:pt>
                <c:pt idx="36">
                  <c:v>Sep 20</c:v>
                </c:pt>
                <c:pt idx="37">
                  <c:v>Oct 20</c:v>
                </c:pt>
                <c:pt idx="38">
                  <c:v>Oct 20</c:v>
                </c:pt>
                <c:pt idx="39">
                  <c:v>Oct 20</c:v>
                </c:pt>
                <c:pt idx="40">
                  <c:v>Oct 20</c:v>
                </c:pt>
                <c:pt idx="41">
                  <c:v>Nov 20</c:v>
                </c:pt>
                <c:pt idx="42">
                  <c:v>Nov 20</c:v>
                </c:pt>
                <c:pt idx="43">
                  <c:v>Nov 20</c:v>
                </c:pt>
                <c:pt idx="44">
                  <c:v>Nov 20</c:v>
                </c:pt>
                <c:pt idx="45">
                  <c:v>Nov 20</c:v>
                </c:pt>
                <c:pt idx="46">
                  <c:v>Dec 20</c:v>
                </c:pt>
                <c:pt idx="47">
                  <c:v>Dec 20</c:v>
                </c:pt>
                <c:pt idx="48">
                  <c:v>Dec 20</c:v>
                </c:pt>
                <c:pt idx="49">
                  <c:v>Dec 20</c:v>
                </c:pt>
                <c:pt idx="50">
                  <c:v>Jan 21</c:v>
                </c:pt>
                <c:pt idx="51">
                  <c:v>Jan 21</c:v>
                </c:pt>
                <c:pt idx="52">
                  <c:v>Jan 21</c:v>
                </c:pt>
                <c:pt idx="53">
                  <c:v>Jan 21</c:v>
                </c:pt>
                <c:pt idx="54">
                  <c:v>Jan 21</c:v>
                </c:pt>
                <c:pt idx="55">
                  <c:v>Feb 21</c:v>
                </c:pt>
                <c:pt idx="56">
                  <c:v>Feb 21</c:v>
                </c:pt>
                <c:pt idx="57">
                  <c:v>Feb 21</c:v>
                </c:pt>
                <c:pt idx="58">
                  <c:v>Feb 21</c:v>
                </c:pt>
                <c:pt idx="59">
                  <c:v>Mar 21</c:v>
                </c:pt>
                <c:pt idx="60">
                  <c:v>Mar 21</c:v>
                </c:pt>
                <c:pt idx="61">
                  <c:v>Mar 21</c:v>
                </c:pt>
                <c:pt idx="62">
                  <c:v>Mar 21</c:v>
                </c:pt>
                <c:pt idx="63">
                  <c:v>Apr 21</c:v>
                </c:pt>
                <c:pt idx="64">
                  <c:v>Apr 21</c:v>
                </c:pt>
                <c:pt idx="65">
                  <c:v>Apr 21</c:v>
                </c:pt>
                <c:pt idx="66">
                  <c:v>Apr 21</c:v>
                </c:pt>
                <c:pt idx="67">
                  <c:v>May 21</c:v>
                </c:pt>
                <c:pt idx="68">
                  <c:v>May 21</c:v>
                </c:pt>
                <c:pt idx="69">
                  <c:v>May 21</c:v>
                </c:pt>
                <c:pt idx="70">
                  <c:v>May 21</c:v>
                </c:pt>
                <c:pt idx="71">
                  <c:v>May 21</c:v>
                </c:pt>
                <c:pt idx="72">
                  <c:v>Jun 21</c:v>
                </c:pt>
                <c:pt idx="73">
                  <c:v>Jun 21</c:v>
                </c:pt>
                <c:pt idx="74">
                  <c:v>Jun 21</c:v>
                </c:pt>
                <c:pt idx="75">
                  <c:v>Jun 21</c:v>
                </c:pt>
                <c:pt idx="76">
                  <c:v>Jul 21</c:v>
                </c:pt>
                <c:pt idx="77">
                  <c:v>Jul 21</c:v>
                </c:pt>
                <c:pt idx="78">
                  <c:v>Jul 21</c:v>
                </c:pt>
                <c:pt idx="79">
                  <c:v>Jul 21</c:v>
                </c:pt>
                <c:pt idx="80">
                  <c:v>Aug 21</c:v>
                </c:pt>
                <c:pt idx="81">
                  <c:v>Aug 21</c:v>
                </c:pt>
                <c:pt idx="82">
                  <c:v>Aug 21</c:v>
                </c:pt>
                <c:pt idx="83">
                  <c:v>Aug 21</c:v>
                </c:pt>
                <c:pt idx="84">
                  <c:v>Aug 21</c:v>
                </c:pt>
                <c:pt idx="85">
                  <c:v>Sep 21</c:v>
                </c:pt>
                <c:pt idx="86">
                  <c:v>Sep 21</c:v>
                </c:pt>
                <c:pt idx="87">
                  <c:v>Sep 21</c:v>
                </c:pt>
                <c:pt idx="88">
                  <c:v>Sep 21</c:v>
                </c:pt>
                <c:pt idx="89">
                  <c:v>Oct 21</c:v>
                </c:pt>
                <c:pt idx="90">
                  <c:v>Oct 21</c:v>
                </c:pt>
                <c:pt idx="91">
                  <c:v>Oct 21</c:v>
                </c:pt>
                <c:pt idx="92">
                  <c:v>Oct 21</c:v>
                </c:pt>
                <c:pt idx="93">
                  <c:v>Oct 21</c:v>
                </c:pt>
                <c:pt idx="94">
                  <c:v>Nov 21</c:v>
                </c:pt>
                <c:pt idx="95">
                  <c:v>Nov 21</c:v>
                </c:pt>
                <c:pt idx="96">
                  <c:v>Nov 21</c:v>
                </c:pt>
                <c:pt idx="97">
                  <c:v>Nov 21</c:v>
                </c:pt>
                <c:pt idx="98">
                  <c:v>Dec 21</c:v>
                </c:pt>
                <c:pt idx="99">
                  <c:v>Dec 21</c:v>
                </c:pt>
                <c:pt idx="100">
                  <c:v>Dec 21</c:v>
                </c:pt>
                <c:pt idx="101">
                  <c:v>Dec 21</c:v>
                </c:pt>
              </c:strCache>
            </c:strRef>
          </c:cat>
          <c:val>
            <c:numRef>
              <c:f>Sheet1!$B$2:$B$103</c:f>
              <c:numCache>
                <c:formatCode>General</c:formatCode>
                <c:ptCount val="102"/>
                <c:pt idx="0">
                  <c:v>91.0</c:v>
                </c:pt>
                <c:pt idx="1">
                  <c:v>95.4</c:v>
                </c:pt>
                <c:pt idx="2">
                  <c:v>96.7</c:v>
                </c:pt>
                <c:pt idx="3">
                  <c:v>100.5</c:v>
                </c:pt>
                <c:pt idx="4">
                  <c:v>96.4</c:v>
                </c:pt>
                <c:pt idx="5">
                  <c:v>101.9</c:v>
                </c:pt>
                <c:pt idx="6">
                  <c:v>101.2</c:v>
                </c:pt>
                <c:pt idx="7">
                  <c:v>98.6</c:v>
                </c:pt>
                <c:pt idx="8">
                  <c:v>94.0</c:v>
                </c:pt>
                <c:pt idx="9">
                  <c:v>71.4</c:v>
                </c:pt>
                <c:pt idx="10">
                  <c:v>32.1</c:v>
                </c:pt>
                <c:pt idx="11">
                  <c:v>18.8</c:v>
                </c:pt>
                <c:pt idx="12">
                  <c:v>21.3</c:v>
                </c:pt>
                <c:pt idx="13">
                  <c:v>20.2</c:v>
                </c:pt>
                <c:pt idx="14">
                  <c:v>21.2</c:v>
                </c:pt>
                <c:pt idx="15">
                  <c:v>23.4</c:v>
                </c:pt>
                <c:pt idx="16">
                  <c:v>25.4</c:v>
                </c:pt>
                <c:pt idx="17">
                  <c:v>27.2</c:v>
                </c:pt>
                <c:pt idx="18">
                  <c:v>30.2</c:v>
                </c:pt>
                <c:pt idx="19">
                  <c:v>34.9</c:v>
                </c:pt>
                <c:pt idx="20">
                  <c:v>37.7</c:v>
                </c:pt>
                <c:pt idx="21">
                  <c:v>40.9</c:v>
                </c:pt>
                <c:pt idx="22">
                  <c:v>42.6</c:v>
                </c:pt>
                <c:pt idx="23">
                  <c:v>44.1</c:v>
                </c:pt>
                <c:pt idx="24">
                  <c:v>49.7</c:v>
                </c:pt>
                <c:pt idx="25">
                  <c:v>51.3</c:v>
                </c:pt>
                <c:pt idx="26">
                  <c:v>55.7</c:v>
                </c:pt>
                <c:pt idx="27">
                  <c:v>52.1</c:v>
                </c:pt>
                <c:pt idx="28">
                  <c:v>55.4</c:v>
                </c:pt>
                <c:pt idx="29">
                  <c:v>59.9</c:v>
                </c:pt>
                <c:pt idx="30">
                  <c:v>59.6</c:v>
                </c:pt>
                <c:pt idx="31">
                  <c:v>60.9</c:v>
                </c:pt>
                <c:pt idx="32">
                  <c:v>62.4</c:v>
                </c:pt>
                <c:pt idx="33">
                  <c:v>69.5</c:v>
                </c:pt>
                <c:pt idx="34">
                  <c:v>66.8</c:v>
                </c:pt>
                <c:pt idx="35">
                  <c:v>64.5</c:v>
                </c:pt>
                <c:pt idx="36">
                  <c:v>63.9</c:v>
                </c:pt>
                <c:pt idx="37">
                  <c:v>62.7</c:v>
                </c:pt>
                <c:pt idx="38">
                  <c:v>63.0</c:v>
                </c:pt>
                <c:pt idx="39">
                  <c:v>61.2</c:v>
                </c:pt>
                <c:pt idx="40">
                  <c:v>60.0</c:v>
                </c:pt>
                <c:pt idx="41">
                  <c:v>62.0</c:v>
                </c:pt>
                <c:pt idx="42">
                  <c:v>64.8</c:v>
                </c:pt>
                <c:pt idx="43">
                  <c:v>51.7</c:v>
                </c:pt>
                <c:pt idx="44">
                  <c:v>52.7</c:v>
                </c:pt>
                <c:pt idx="45">
                  <c:v>52.4</c:v>
                </c:pt>
                <c:pt idx="46">
                  <c:v>56.0</c:v>
                </c:pt>
                <c:pt idx="47">
                  <c:v>60.5</c:v>
                </c:pt>
                <c:pt idx="48">
                  <c:v>61.2</c:v>
                </c:pt>
                <c:pt idx="49">
                  <c:v>57.1</c:v>
                </c:pt>
                <c:pt idx="50">
                  <c:v>39.3</c:v>
                </c:pt>
                <c:pt idx="51">
                  <c:v>45.2</c:v>
                </c:pt>
                <c:pt idx="52">
                  <c:v>44.3</c:v>
                </c:pt>
                <c:pt idx="53">
                  <c:v>45.0</c:v>
                </c:pt>
                <c:pt idx="54">
                  <c:v>47.5</c:v>
                </c:pt>
                <c:pt idx="55">
                  <c:v>55.8</c:v>
                </c:pt>
                <c:pt idx="56">
                  <c:v>55.3</c:v>
                </c:pt>
                <c:pt idx="57">
                  <c:v>56.8</c:v>
                </c:pt>
                <c:pt idx="58">
                  <c:v>58.8</c:v>
                </c:pt>
                <c:pt idx="59">
                  <c:v>64.0</c:v>
                </c:pt>
                <c:pt idx="60">
                  <c:v>63.5</c:v>
                </c:pt>
                <c:pt idx="61">
                  <c:v>65.9</c:v>
                </c:pt>
                <c:pt idx="62">
                  <c:v>65.5</c:v>
                </c:pt>
                <c:pt idx="63">
                  <c:v>69.4</c:v>
                </c:pt>
                <c:pt idx="64">
                  <c:v>71.1</c:v>
                </c:pt>
                <c:pt idx="65">
                  <c:v>73.2</c:v>
                </c:pt>
                <c:pt idx="66">
                  <c:v>70.5</c:v>
                </c:pt>
                <c:pt idx="67">
                  <c:v>73.1</c:v>
                </c:pt>
                <c:pt idx="68">
                  <c:v>84.3</c:v>
                </c:pt>
                <c:pt idx="69">
                  <c:v>83.4</c:v>
                </c:pt>
                <c:pt idx="70">
                  <c:v>82.6</c:v>
                </c:pt>
                <c:pt idx="71">
                  <c:v>85.4</c:v>
                </c:pt>
                <c:pt idx="72">
                  <c:v>88.2</c:v>
                </c:pt>
                <c:pt idx="73">
                  <c:v>84.2</c:v>
                </c:pt>
                <c:pt idx="74">
                  <c:v>78.6</c:v>
                </c:pt>
                <c:pt idx="75">
                  <c:v>79.5</c:v>
                </c:pt>
                <c:pt idx="76">
                  <c:v>85.2</c:v>
                </c:pt>
                <c:pt idx="77">
                  <c:v>87.8</c:v>
                </c:pt>
                <c:pt idx="78">
                  <c:v>85.6</c:v>
                </c:pt>
                <c:pt idx="79">
                  <c:v>81.9</c:v>
                </c:pt>
                <c:pt idx="80">
                  <c:v>87.8</c:v>
                </c:pt>
                <c:pt idx="81">
                  <c:v>94.3</c:v>
                </c:pt>
                <c:pt idx="82">
                  <c:v>93.0</c:v>
                </c:pt>
                <c:pt idx="83">
                  <c:v>91.4</c:v>
                </c:pt>
                <c:pt idx="84">
                  <c:v>89.6</c:v>
                </c:pt>
                <c:pt idx="85">
                  <c:v>91.2</c:v>
                </c:pt>
                <c:pt idx="86">
                  <c:v>90.9</c:v>
                </c:pt>
                <c:pt idx="87">
                  <c:v>90.5</c:v>
                </c:pt>
                <c:pt idx="88">
                  <c:v>90.7</c:v>
                </c:pt>
                <c:pt idx="89">
                  <c:v>93.1</c:v>
                </c:pt>
                <c:pt idx="90">
                  <c:v>97.4</c:v>
                </c:pt>
                <c:pt idx="91">
                  <c:v>96.8</c:v>
                </c:pt>
                <c:pt idx="92">
                  <c:v>95.7</c:v>
                </c:pt>
                <c:pt idx="93">
                  <c:v>93.9</c:v>
                </c:pt>
                <c:pt idx="94">
                  <c:v>96.3</c:v>
                </c:pt>
                <c:pt idx="95">
                  <c:v>93.3</c:v>
                </c:pt>
                <c:pt idx="96">
                  <c:v>92.5</c:v>
                </c:pt>
                <c:pt idx="97">
                  <c:v>92.7</c:v>
                </c:pt>
                <c:pt idx="98">
                  <c:v>95.1</c:v>
                </c:pt>
                <c:pt idx="99">
                  <c:v>94.2</c:v>
                </c:pt>
                <c:pt idx="100">
                  <c:v>90.8</c:v>
                </c:pt>
                <c:pt idx="101">
                  <c:v>87.8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Work-related (LHS)</c:v>
                </c:pt>
              </c:strCache>
            </c:strRef>
          </c:tx>
          <c:spPr>
            <a:ln w="28575">
              <a:solidFill>
                <a:srgbClr val="002D72"/>
              </a:solidFill>
            </a:ln>
          </c:spPr>
          <c:marker>
            <c:symbol val="none"/>
          </c:marker>
          <c:cat>
            <c:strRef>
              <c:f>Sheet1!$A$2:$A$103</c:f>
              <c:strCache>
                <c:ptCount val="102"/>
                <c:pt idx="0">
                  <c:v>Jan 20</c:v>
                </c:pt>
                <c:pt idx="1">
                  <c:v>Jan 20</c:v>
                </c:pt>
                <c:pt idx="2">
                  <c:v>Feb 20</c:v>
                </c:pt>
                <c:pt idx="3">
                  <c:v>Feb 20</c:v>
                </c:pt>
                <c:pt idx="4">
                  <c:v>Feb 20</c:v>
                </c:pt>
                <c:pt idx="5">
                  <c:v>Feb 20</c:v>
                </c:pt>
                <c:pt idx="6">
                  <c:v>Mar 20</c:v>
                </c:pt>
                <c:pt idx="7">
                  <c:v>Mar 20</c:v>
                </c:pt>
                <c:pt idx="8">
                  <c:v>Mar 20</c:v>
                </c:pt>
                <c:pt idx="9">
                  <c:v>Mar 20</c:v>
                </c:pt>
                <c:pt idx="10">
                  <c:v>Mar 20</c:v>
                </c:pt>
                <c:pt idx="11">
                  <c:v>Apr 20</c:v>
                </c:pt>
                <c:pt idx="12">
                  <c:v>Apr 20</c:v>
                </c:pt>
                <c:pt idx="13">
                  <c:v>Apr 20</c:v>
                </c:pt>
                <c:pt idx="14">
                  <c:v>Apr 20</c:v>
                </c:pt>
                <c:pt idx="15">
                  <c:v>May 20</c:v>
                </c:pt>
                <c:pt idx="16">
                  <c:v>May 20</c:v>
                </c:pt>
                <c:pt idx="17">
                  <c:v>May 20</c:v>
                </c:pt>
                <c:pt idx="18">
                  <c:v>May 20</c:v>
                </c:pt>
                <c:pt idx="19">
                  <c:v>May 20</c:v>
                </c:pt>
                <c:pt idx="20">
                  <c:v>Jun 20</c:v>
                </c:pt>
                <c:pt idx="21">
                  <c:v>Jun 20</c:v>
                </c:pt>
                <c:pt idx="22">
                  <c:v>Jun 20</c:v>
                </c:pt>
                <c:pt idx="23">
                  <c:v>Jun 20</c:v>
                </c:pt>
                <c:pt idx="24">
                  <c:v>Jul 20</c:v>
                </c:pt>
                <c:pt idx="25">
                  <c:v>Jul 20</c:v>
                </c:pt>
                <c:pt idx="26">
                  <c:v>Jul 20</c:v>
                </c:pt>
                <c:pt idx="27">
                  <c:v>Jul 20</c:v>
                </c:pt>
                <c:pt idx="28">
                  <c:v>Aug 20</c:v>
                </c:pt>
                <c:pt idx="29">
                  <c:v>Aug 20</c:v>
                </c:pt>
                <c:pt idx="30">
                  <c:v>Aug 20</c:v>
                </c:pt>
                <c:pt idx="31">
                  <c:v>Aug 20</c:v>
                </c:pt>
                <c:pt idx="32">
                  <c:v>Aug 20</c:v>
                </c:pt>
                <c:pt idx="33">
                  <c:v>Sep 20</c:v>
                </c:pt>
                <c:pt idx="34">
                  <c:v>Sep 20</c:v>
                </c:pt>
                <c:pt idx="35">
                  <c:v>Sep 20</c:v>
                </c:pt>
                <c:pt idx="36">
                  <c:v>Sep 20</c:v>
                </c:pt>
                <c:pt idx="37">
                  <c:v>Oct 20</c:v>
                </c:pt>
                <c:pt idx="38">
                  <c:v>Oct 20</c:v>
                </c:pt>
                <c:pt idx="39">
                  <c:v>Oct 20</c:v>
                </c:pt>
                <c:pt idx="40">
                  <c:v>Oct 20</c:v>
                </c:pt>
                <c:pt idx="41">
                  <c:v>Nov 20</c:v>
                </c:pt>
                <c:pt idx="42">
                  <c:v>Nov 20</c:v>
                </c:pt>
                <c:pt idx="43">
                  <c:v>Nov 20</c:v>
                </c:pt>
                <c:pt idx="44">
                  <c:v>Nov 20</c:v>
                </c:pt>
                <c:pt idx="45">
                  <c:v>Nov 20</c:v>
                </c:pt>
                <c:pt idx="46">
                  <c:v>Dec 20</c:v>
                </c:pt>
                <c:pt idx="47">
                  <c:v>Dec 20</c:v>
                </c:pt>
                <c:pt idx="48">
                  <c:v>Dec 20</c:v>
                </c:pt>
                <c:pt idx="49">
                  <c:v>Dec 20</c:v>
                </c:pt>
                <c:pt idx="50">
                  <c:v>Jan 21</c:v>
                </c:pt>
                <c:pt idx="51">
                  <c:v>Jan 21</c:v>
                </c:pt>
                <c:pt idx="52">
                  <c:v>Jan 21</c:v>
                </c:pt>
                <c:pt idx="53">
                  <c:v>Jan 21</c:v>
                </c:pt>
                <c:pt idx="54">
                  <c:v>Jan 21</c:v>
                </c:pt>
                <c:pt idx="55">
                  <c:v>Feb 21</c:v>
                </c:pt>
                <c:pt idx="56">
                  <c:v>Feb 21</c:v>
                </c:pt>
                <c:pt idx="57">
                  <c:v>Feb 21</c:v>
                </c:pt>
                <c:pt idx="58">
                  <c:v>Feb 21</c:v>
                </c:pt>
                <c:pt idx="59">
                  <c:v>Mar 21</c:v>
                </c:pt>
                <c:pt idx="60">
                  <c:v>Mar 21</c:v>
                </c:pt>
                <c:pt idx="61">
                  <c:v>Mar 21</c:v>
                </c:pt>
                <c:pt idx="62">
                  <c:v>Mar 21</c:v>
                </c:pt>
                <c:pt idx="63">
                  <c:v>Apr 21</c:v>
                </c:pt>
                <c:pt idx="64">
                  <c:v>Apr 21</c:v>
                </c:pt>
                <c:pt idx="65">
                  <c:v>Apr 21</c:v>
                </c:pt>
                <c:pt idx="66">
                  <c:v>Apr 21</c:v>
                </c:pt>
                <c:pt idx="67">
                  <c:v>May 21</c:v>
                </c:pt>
                <c:pt idx="68">
                  <c:v>May 21</c:v>
                </c:pt>
                <c:pt idx="69">
                  <c:v>May 21</c:v>
                </c:pt>
                <c:pt idx="70">
                  <c:v>May 21</c:v>
                </c:pt>
                <c:pt idx="71">
                  <c:v>May 21</c:v>
                </c:pt>
                <c:pt idx="72">
                  <c:v>Jun 21</c:v>
                </c:pt>
                <c:pt idx="73">
                  <c:v>Jun 21</c:v>
                </c:pt>
                <c:pt idx="74">
                  <c:v>Jun 21</c:v>
                </c:pt>
                <c:pt idx="75">
                  <c:v>Jun 21</c:v>
                </c:pt>
                <c:pt idx="76">
                  <c:v>Jul 21</c:v>
                </c:pt>
                <c:pt idx="77">
                  <c:v>Jul 21</c:v>
                </c:pt>
                <c:pt idx="78">
                  <c:v>Jul 21</c:v>
                </c:pt>
                <c:pt idx="79">
                  <c:v>Jul 21</c:v>
                </c:pt>
                <c:pt idx="80">
                  <c:v>Aug 21</c:v>
                </c:pt>
                <c:pt idx="81">
                  <c:v>Aug 21</c:v>
                </c:pt>
                <c:pt idx="82">
                  <c:v>Aug 21</c:v>
                </c:pt>
                <c:pt idx="83">
                  <c:v>Aug 21</c:v>
                </c:pt>
                <c:pt idx="84">
                  <c:v>Aug 21</c:v>
                </c:pt>
                <c:pt idx="85">
                  <c:v>Sep 21</c:v>
                </c:pt>
                <c:pt idx="86">
                  <c:v>Sep 21</c:v>
                </c:pt>
                <c:pt idx="87">
                  <c:v>Sep 21</c:v>
                </c:pt>
                <c:pt idx="88">
                  <c:v>Sep 21</c:v>
                </c:pt>
                <c:pt idx="89">
                  <c:v>Oct 21</c:v>
                </c:pt>
                <c:pt idx="90">
                  <c:v>Oct 21</c:v>
                </c:pt>
                <c:pt idx="91">
                  <c:v>Oct 21</c:v>
                </c:pt>
                <c:pt idx="92">
                  <c:v>Oct 21</c:v>
                </c:pt>
                <c:pt idx="93">
                  <c:v>Oct 21</c:v>
                </c:pt>
                <c:pt idx="94">
                  <c:v>Nov 21</c:v>
                </c:pt>
                <c:pt idx="95">
                  <c:v>Nov 21</c:v>
                </c:pt>
                <c:pt idx="96">
                  <c:v>Nov 21</c:v>
                </c:pt>
                <c:pt idx="97">
                  <c:v>Nov 21</c:v>
                </c:pt>
                <c:pt idx="98">
                  <c:v>Dec 21</c:v>
                </c:pt>
                <c:pt idx="99">
                  <c:v>Dec 21</c:v>
                </c:pt>
                <c:pt idx="100">
                  <c:v>Dec 21</c:v>
                </c:pt>
                <c:pt idx="101">
                  <c:v>Dec 21</c:v>
                </c:pt>
              </c:strCache>
            </c:strRef>
          </c:cat>
          <c:val>
            <c:numRef>
              <c:f>Sheet1!$C$2:$C$103</c:f>
              <c:numCache>
                <c:formatCode>General</c:formatCode>
                <c:ptCount val="102"/>
                <c:pt idx="0">
                  <c:v>91.9</c:v>
                </c:pt>
                <c:pt idx="1">
                  <c:v>97.5</c:v>
                </c:pt>
                <c:pt idx="2">
                  <c:v>99.1</c:v>
                </c:pt>
                <c:pt idx="3">
                  <c:v>100.7</c:v>
                </c:pt>
                <c:pt idx="4">
                  <c:v>98.4</c:v>
                </c:pt>
                <c:pt idx="5">
                  <c:v>99.1</c:v>
                </c:pt>
                <c:pt idx="6">
                  <c:v>101.7</c:v>
                </c:pt>
                <c:pt idx="7">
                  <c:v>109.3</c:v>
                </c:pt>
                <c:pt idx="8">
                  <c:v>103.7</c:v>
                </c:pt>
                <c:pt idx="9">
                  <c:v>95.1</c:v>
                </c:pt>
                <c:pt idx="10">
                  <c:v>76.5</c:v>
                </c:pt>
                <c:pt idx="11">
                  <c:v>39.1</c:v>
                </c:pt>
                <c:pt idx="12">
                  <c:v>35.1</c:v>
                </c:pt>
                <c:pt idx="13">
                  <c:v>34.5</c:v>
                </c:pt>
                <c:pt idx="14">
                  <c:v>36.0</c:v>
                </c:pt>
                <c:pt idx="15">
                  <c:v>40.6</c:v>
                </c:pt>
                <c:pt idx="16">
                  <c:v>42.1</c:v>
                </c:pt>
                <c:pt idx="17">
                  <c:v>45.2</c:v>
                </c:pt>
                <c:pt idx="18">
                  <c:v>50.6</c:v>
                </c:pt>
                <c:pt idx="19">
                  <c:v>55.6</c:v>
                </c:pt>
                <c:pt idx="20">
                  <c:v>63.6</c:v>
                </c:pt>
                <c:pt idx="21">
                  <c:v>60.5</c:v>
                </c:pt>
                <c:pt idx="22">
                  <c:v>63.7</c:v>
                </c:pt>
                <c:pt idx="23">
                  <c:v>68.6</c:v>
                </c:pt>
                <c:pt idx="24">
                  <c:v>76.4</c:v>
                </c:pt>
                <c:pt idx="25">
                  <c:v>76.0</c:v>
                </c:pt>
                <c:pt idx="26">
                  <c:v>80.8</c:v>
                </c:pt>
                <c:pt idx="27">
                  <c:v>84.2</c:v>
                </c:pt>
                <c:pt idx="28">
                  <c:v>84.7</c:v>
                </c:pt>
                <c:pt idx="29">
                  <c:v>92.0</c:v>
                </c:pt>
                <c:pt idx="30">
                  <c:v>91.9</c:v>
                </c:pt>
                <c:pt idx="31">
                  <c:v>89.6</c:v>
                </c:pt>
                <c:pt idx="32">
                  <c:v>91.5</c:v>
                </c:pt>
                <c:pt idx="33">
                  <c:v>96.8</c:v>
                </c:pt>
                <c:pt idx="34">
                  <c:v>94.2</c:v>
                </c:pt>
                <c:pt idx="35">
                  <c:v>95.0</c:v>
                </c:pt>
                <c:pt idx="36">
                  <c:v>91.5</c:v>
                </c:pt>
                <c:pt idx="37">
                  <c:v>89.5</c:v>
                </c:pt>
                <c:pt idx="38">
                  <c:v>85.7</c:v>
                </c:pt>
                <c:pt idx="39">
                  <c:v>85.4</c:v>
                </c:pt>
                <c:pt idx="40">
                  <c:v>83.4</c:v>
                </c:pt>
                <c:pt idx="41">
                  <c:v>82.1</c:v>
                </c:pt>
                <c:pt idx="42">
                  <c:v>86.0</c:v>
                </c:pt>
                <c:pt idx="43">
                  <c:v>70.5</c:v>
                </c:pt>
                <c:pt idx="44">
                  <c:v>65.2</c:v>
                </c:pt>
                <c:pt idx="45">
                  <c:v>69.1</c:v>
                </c:pt>
                <c:pt idx="46">
                  <c:v>73.0</c:v>
                </c:pt>
                <c:pt idx="47">
                  <c:v>82.8</c:v>
                </c:pt>
                <c:pt idx="48">
                  <c:v>82.5</c:v>
                </c:pt>
                <c:pt idx="49">
                  <c:v>81.5</c:v>
                </c:pt>
                <c:pt idx="50">
                  <c:v>57.7</c:v>
                </c:pt>
                <c:pt idx="51">
                  <c:v>54.1</c:v>
                </c:pt>
                <c:pt idx="52">
                  <c:v>55.4</c:v>
                </c:pt>
                <c:pt idx="53">
                  <c:v>55.5</c:v>
                </c:pt>
                <c:pt idx="54">
                  <c:v>58.3</c:v>
                </c:pt>
                <c:pt idx="55">
                  <c:v>62.2</c:v>
                </c:pt>
                <c:pt idx="56">
                  <c:v>61.6</c:v>
                </c:pt>
                <c:pt idx="57">
                  <c:v>64.0</c:v>
                </c:pt>
                <c:pt idx="58">
                  <c:v>64.4</c:v>
                </c:pt>
                <c:pt idx="59">
                  <c:v>72.1</c:v>
                </c:pt>
                <c:pt idx="60">
                  <c:v>72.2</c:v>
                </c:pt>
                <c:pt idx="61">
                  <c:v>75.4</c:v>
                </c:pt>
                <c:pt idx="62">
                  <c:v>76.3</c:v>
                </c:pt>
                <c:pt idx="63">
                  <c:v>81.0</c:v>
                </c:pt>
                <c:pt idx="64">
                  <c:v>86.0</c:v>
                </c:pt>
                <c:pt idx="65">
                  <c:v>87.3</c:v>
                </c:pt>
                <c:pt idx="66">
                  <c:v>96.2</c:v>
                </c:pt>
                <c:pt idx="67">
                  <c:v>98.8</c:v>
                </c:pt>
                <c:pt idx="68">
                  <c:v>99.7</c:v>
                </c:pt>
                <c:pt idx="69">
                  <c:v>97.0</c:v>
                </c:pt>
                <c:pt idx="70">
                  <c:v>99.0</c:v>
                </c:pt>
                <c:pt idx="71">
                  <c:v>103.9</c:v>
                </c:pt>
                <c:pt idx="72">
                  <c:v>117.2</c:v>
                </c:pt>
                <c:pt idx="73">
                  <c:v>112.4</c:v>
                </c:pt>
                <c:pt idx="74">
                  <c:v>111.0</c:v>
                </c:pt>
                <c:pt idx="75">
                  <c:v>108.2</c:v>
                </c:pt>
                <c:pt idx="76">
                  <c:v>111.5</c:v>
                </c:pt>
                <c:pt idx="77">
                  <c:v>111.2</c:v>
                </c:pt>
                <c:pt idx="78">
                  <c:v>110.0</c:v>
                </c:pt>
                <c:pt idx="79">
                  <c:v>117.3</c:v>
                </c:pt>
                <c:pt idx="80">
                  <c:v>117.1</c:v>
                </c:pt>
                <c:pt idx="81">
                  <c:v>116.4</c:v>
                </c:pt>
                <c:pt idx="82">
                  <c:v>112.7</c:v>
                </c:pt>
                <c:pt idx="83">
                  <c:v>115.4</c:v>
                </c:pt>
                <c:pt idx="84">
                  <c:v>114.2</c:v>
                </c:pt>
                <c:pt idx="85">
                  <c:v>118.0</c:v>
                </c:pt>
                <c:pt idx="86">
                  <c:v>117.1</c:v>
                </c:pt>
                <c:pt idx="87">
                  <c:v>115.9</c:v>
                </c:pt>
                <c:pt idx="88">
                  <c:v>117.4</c:v>
                </c:pt>
                <c:pt idx="89">
                  <c:v>155.4</c:v>
                </c:pt>
                <c:pt idx="90">
                  <c:v>116.3</c:v>
                </c:pt>
                <c:pt idx="91">
                  <c:v>106.6</c:v>
                </c:pt>
                <c:pt idx="92">
                  <c:v>105.3</c:v>
                </c:pt>
                <c:pt idx="93">
                  <c:v>111.6</c:v>
                </c:pt>
                <c:pt idx="94">
                  <c:v>117.7</c:v>
                </c:pt>
                <c:pt idx="95">
                  <c:v>118.9</c:v>
                </c:pt>
                <c:pt idx="96">
                  <c:v>117.7</c:v>
                </c:pt>
                <c:pt idx="97">
                  <c:v>120.4</c:v>
                </c:pt>
                <c:pt idx="98">
                  <c:v>125.0</c:v>
                </c:pt>
                <c:pt idx="99">
                  <c:v>121.9</c:v>
                </c:pt>
                <c:pt idx="100">
                  <c:v>117.6</c:v>
                </c:pt>
                <c:pt idx="101">
                  <c:v>113.2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Delayable (LHS)</c:v>
                </c:pt>
              </c:strCache>
            </c:strRef>
          </c:tx>
          <c:spPr>
            <a:ln w="28575">
              <a:solidFill>
                <a:srgbClr val="D98E04"/>
              </a:solidFill>
            </a:ln>
          </c:spPr>
          <c:marker>
            <c:symbol val="none"/>
          </c:marker>
          <c:cat>
            <c:strRef>
              <c:f>Sheet1!$A$2:$A$103</c:f>
              <c:strCache>
                <c:ptCount val="102"/>
                <c:pt idx="0">
                  <c:v>Jan 20</c:v>
                </c:pt>
                <c:pt idx="1">
                  <c:v>Jan 20</c:v>
                </c:pt>
                <c:pt idx="2">
                  <c:v>Feb 20</c:v>
                </c:pt>
                <c:pt idx="3">
                  <c:v>Feb 20</c:v>
                </c:pt>
                <c:pt idx="4">
                  <c:v>Feb 20</c:v>
                </c:pt>
                <c:pt idx="5">
                  <c:v>Feb 20</c:v>
                </c:pt>
                <c:pt idx="6">
                  <c:v>Mar 20</c:v>
                </c:pt>
                <c:pt idx="7">
                  <c:v>Mar 20</c:v>
                </c:pt>
                <c:pt idx="8">
                  <c:v>Mar 20</c:v>
                </c:pt>
                <c:pt idx="9">
                  <c:v>Mar 20</c:v>
                </c:pt>
                <c:pt idx="10">
                  <c:v>Mar 20</c:v>
                </c:pt>
                <c:pt idx="11">
                  <c:v>Apr 20</c:v>
                </c:pt>
                <c:pt idx="12">
                  <c:v>Apr 20</c:v>
                </c:pt>
                <c:pt idx="13">
                  <c:v>Apr 20</c:v>
                </c:pt>
                <c:pt idx="14">
                  <c:v>Apr 20</c:v>
                </c:pt>
                <c:pt idx="15">
                  <c:v>May 20</c:v>
                </c:pt>
                <c:pt idx="16">
                  <c:v>May 20</c:v>
                </c:pt>
                <c:pt idx="17">
                  <c:v>May 20</c:v>
                </c:pt>
                <c:pt idx="18">
                  <c:v>May 20</c:v>
                </c:pt>
                <c:pt idx="19">
                  <c:v>May 20</c:v>
                </c:pt>
                <c:pt idx="20">
                  <c:v>Jun 20</c:v>
                </c:pt>
                <c:pt idx="21">
                  <c:v>Jun 20</c:v>
                </c:pt>
                <c:pt idx="22">
                  <c:v>Jun 20</c:v>
                </c:pt>
                <c:pt idx="23">
                  <c:v>Jun 20</c:v>
                </c:pt>
                <c:pt idx="24">
                  <c:v>Jul 20</c:v>
                </c:pt>
                <c:pt idx="25">
                  <c:v>Jul 20</c:v>
                </c:pt>
                <c:pt idx="26">
                  <c:v>Jul 20</c:v>
                </c:pt>
                <c:pt idx="27">
                  <c:v>Jul 20</c:v>
                </c:pt>
                <c:pt idx="28">
                  <c:v>Aug 20</c:v>
                </c:pt>
                <c:pt idx="29">
                  <c:v>Aug 20</c:v>
                </c:pt>
                <c:pt idx="30">
                  <c:v>Aug 20</c:v>
                </c:pt>
                <c:pt idx="31">
                  <c:v>Aug 20</c:v>
                </c:pt>
                <c:pt idx="32">
                  <c:v>Aug 20</c:v>
                </c:pt>
                <c:pt idx="33">
                  <c:v>Sep 20</c:v>
                </c:pt>
                <c:pt idx="34">
                  <c:v>Sep 20</c:v>
                </c:pt>
                <c:pt idx="35">
                  <c:v>Sep 20</c:v>
                </c:pt>
                <c:pt idx="36">
                  <c:v>Sep 20</c:v>
                </c:pt>
                <c:pt idx="37">
                  <c:v>Oct 20</c:v>
                </c:pt>
                <c:pt idx="38">
                  <c:v>Oct 20</c:v>
                </c:pt>
                <c:pt idx="39">
                  <c:v>Oct 20</c:v>
                </c:pt>
                <c:pt idx="40">
                  <c:v>Oct 20</c:v>
                </c:pt>
                <c:pt idx="41">
                  <c:v>Nov 20</c:v>
                </c:pt>
                <c:pt idx="42">
                  <c:v>Nov 20</c:v>
                </c:pt>
                <c:pt idx="43">
                  <c:v>Nov 20</c:v>
                </c:pt>
                <c:pt idx="44">
                  <c:v>Nov 20</c:v>
                </c:pt>
                <c:pt idx="45">
                  <c:v>Nov 20</c:v>
                </c:pt>
                <c:pt idx="46">
                  <c:v>Dec 20</c:v>
                </c:pt>
                <c:pt idx="47">
                  <c:v>Dec 20</c:v>
                </c:pt>
                <c:pt idx="48">
                  <c:v>Dec 20</c:v>
                </c:pt>
                <c:pt idx="49">
                  <c:v>Dec 20</c:v>
                </c:pt>
                <c:pt idx="50">
                  <c:v>Jan 21</c:v>
                </c:pt>
                <c:pt idx="51">
                  <c:v>Jan 21</c:v>
                </c:pt>
                <c:pt idx="52">
                  <c:v>Jan 21</c:v>
                </c:pt>
                <c:pt idx="53">
                  <c:v>Jan 21</c:v>
                </c:pt>
                <c:pt idx="54">
                  <c:v>Jan 21</c:v>
                </c:pt>
                <c:pt idx="55">
                  <c:v>Feb 21</c:v>
                </c:pt>
                <c:pt idx="56">
                  <c:v>Feb 21</c:v>
                </c:pt>
                <c:pt idx="57">
                  <c:v>Feb 21</c:v>
                </c:pt>
                <c:pt idx="58">
                  <c:v>Feb 21</c:v>
                </c:pt>
                <c:pt idx="59">
                  <c:v>Mar 21</c:v>
                </c:pt>
                <c:pt idx="60">
                  <c:v>Mar 21</c:v>
                </c:pt>
                <c:pt idx="61">
                  <c:v>Mar 21</c:v>
                </c:pt>
                <c:pt idx="62">
                  <c:v>Mar 21</c:v>
                </c:pt>
                <c:pt idx="63">
                  <c:v>Apr 21</c:v>
                </c:pt>
                <c:pt idx="64">
                  <c:v>Apr 21</c:v>
                </c:pt>
                <c:pt idx="65">
                  <c:v>Apr 21</c:v>
                </c:pt>
                <c:pt idx="66">
                  <c:v>Apr 21</c:v>
                </c:pt>
                <c:pt idx="67">
                  <c:v>May 21</c:v>
                </c:pt>
                <c:pt idx="68">
                  <c:v>May 21</c:v>
                </c:pt>
                <c:pt idx="69">
                  <c:v>May 21</c:v>
                </c:pt>
                <c:pt idx="70">
                  <c:v>May 21</c:v>
                </c:pt>
                <c:pt idx="71">
                  <c:v>May 21</c:v>
                </c:pt>
                <c:pt idx="72">
                  <c:v>Jun 21</c:v>
                </c:pt>
                <c:pt idx="73">
                  <c:v>Jun 21</c:v>
                </c:pt>
                <c:pt idx="74">
                  <c:v>Jun 21</c:v>
                </c:pt>
                <c:pt idx="75">
                  <c:v>Jun 21</c:v>
                </c:pt>
                <c:pt idx="76">
                  <c:v>Jul 21</c:v>
                </c:pt>
                <c:pt idx="77">
                  <c:v>Jul 21</c:v>
                </c:pt>
                <c:pt idx="78">
                  <c:v>Jul 21</c:v>
                </c:pt>
                <c:pt idx="79">
                  <c:v>Jul 21</c:v>
                </c:pt>
                <c:pt idx="80">
                  <c:v>Aug 21</c:v>
                </c:pt>
                <c:pt idx="81">
                  <c:v>Aug 21</c:v>
                </c:pt>
                <c:pt idx="82">
                  <c:v>Aug 21</c:v>
                </c:pt>
                <c:pt idx="83">
                  <c:v>Aug 21</c:v>
                </c:pt>
                <c:pt idx="84">
                  <c:v>Aug 21</c:v>
                </c:pt>
                <c:pt idx="85">
                  <c:v>Sep 21</c:v>
                </c:pt>
                <c:pt idx="86">
                  <c:v>Sep 21</c:v>
                </c:pt>
                <c:pt idx="87">
                  <c:v>Sep 21</c:v>
                </c:pt>
                <c:pt idx="88">
                  <c:v>Sep 21</c:v>
                </c:pt>
                <c:pt idx="89">
                  <c:v>Oct 21</c:v>
                </c:pt>
                <c:pt idx="90">
                  <c:v>Oct 21</c:v>
                </c:pt>
                <c:pt idx="91">
                  <c:v>Oct 21</c:v>
                </c:pt>
                <c:pt idx="92">
                  <c:v>Oct 21</c:v>
                </c:pt>
                <c:pt idx="93">
                  <c:v>Oct 21</c:v>
                </c:pt>
                <c:pt idx="94">
                  <c:v>Nov 21</c:v>
                </c:pt>
                <c:pt idx="95">
                  <c:v>Nov 21</c:v>
                </c:pt>
                <c:pt idx="96">
                  <c:v>Nov 21</c:v>
                </c:pt>
                <c:pt idx="97">
                  <c:v>Nov 21</c:v>
                </c:pt>
                <c:pt idx="98">
                  <c:v>Dec 21</c:v>
                </c:pt>
                <c:pt idx="99">
                  <c:v>Dec 21</c:v>
                </c:pt>
                <c:pt idx="100">
                  <c:v>Dec 21</c:v>
                </c:pt>
                <c:pt idx="101">
                  <c:v>Dec 21</c:v>
                </c:pt>
              </c:strCache>
            </c:strRef>
          </c:cat>
          <c:val>
            <c:numRef>
              <c:f>Sheet1!$D$2:$D$103</c:f>
              <c:numCache>
                <c:formatCode>General</c:formatCode>
                <c:ptCount val="102"/>
                <c:pt idx="0">
                  <c:v>94.2</c:v>
                </c:pt>
                <c:pt idx="1">
                  <c:v>94.3</c:v>
                </c:pt>
                <c:pt idx="2">
                  <c:v>100.1</c:v>
                </c:pt>
                <c:pt idx="3">
                  <c:v>101.7</c:v>
                </c:pt>
                <c:pt idx="4">
                  <c:v>97.8</c:v>
                </c:pt>
                <c:pt idx="5">
                  <c:v>99.8</c:v>
                </c:pt>
                <c:pt idx="6">
                  <c:v>100.8</c:v>
                </c:pt>
                <c:pt idx="7">
                  <c:v>107.5</c:v>
                </c:pt>
                <c:pt idx="8">
                  <c:v>106.9</c:v>
                </c:pt>
                <c:pt idx="9">
                  <c:v>101.7</c:v>
                </c:pt>
                <c:pt idx="10">
                  <c:v>69.5</c:v>
                </c:pt>
                <c:pt idx="11">
                  <c:v>46.6</c:v>
                </c:pt>
                <c:pt idx="12">
                  <c:v>52.0</c:v>
                </c:pt>
                <c:pt idx="13">
                  <c:v>53.4</c:v>
                </c:pt>
                <c:pt idx="14">
                  <c:v>56.4</c:v>
                </c:pt>
                <c:pt idx="15">
                  <c:v>61.8</c:v>
                </c:pt>
                <c:pt idx="16">
                  <c:v>65.9</c:v>
                </c:pt>
                <c:pt idx="17">
                  <c:v>65.5</c:v>
                </c:pt>
                <c:pt idx="18">
                  <c:v>69.7</c:v>
                </c:pt>
                <c:pt idx="19">
                  <c:v>73.0</c:v>
                </c:pt>
                <c:pt idx="20">
                  <c:v>76.2</c:v>
                </c:pt>
                <c:pt idx="21">
                  <c:v>85.0</c:v>
                </c:pt>
                <c:pt idx="22">
                  <c:v>86.6</c:v>
                </c:pt>
                <c:pt idx="23">
                  <c:v>96.8</c:v>
                </c:pt>
                <c:pt idx="24">
                  <c:v>101.6</c:v>
                </c:pt>
                <c:pt idx="25">
                  <c:v>101.5</c:v>
                </c:pt>
                <c:pt idx="26">
                  <c:v>93.5</c:v>
                </c:pt>
                <c:pt idx="27">
                  <c:v>89.3</c:v>
                </c:pt>
                <c:pt idx="28">
                  <c:v>93.2</c:v>
                </c:pt>
                <c:pt idx="29">
                  <c:v>99.1</c:v>
                </c:pt>
                <c:pt idx="30">
                  <c:v>94.0</c:v>
                </c:pt>
                <c:pt idx="31">
                  <c:v>96.8</c:v>
                </c:pt>
                <c:pt idx="32">
                  <c:v>101.3</c:v>
                </c:pt>
                <c:pt idx="33">
                  <c:v>111.3</c:v>
                </c:pt>
                <c:pt idx="34">
                  <c:v>100.6</c:v>
                </c:pt>
                <c:pt idx="35">
                  <c:v>96.1</c:v>
                </c:pt>
                <c:pt idx="36">
                  <c:v>96.9</c:v>
                </c:pt>
                <c:pt idx="37">
                  <c:v>99.5</c:v>
                </c:pt>
                <c:pt idx="38">
                  <c:v>106.1</c:v>
                </c:pt>
                <c:pt idx="39">
                  <c:v>102.3</c:v>
                </c:pt>
                <c:pt idx="40">
                  <c:v>100.0</c:v>
                </c:pt>
                <c:pt idx="41">
                  <c:v>103.6</c:v>
                </c:pt>
                <c:pt idx="42">
                  <c:v>121.6</c:v>
                </c:pt>
                <c:pt idx="43">
                  <c:v>78.4</c:v>
                </c:pt>
                <c:pt idx="44">
                  <c:v>75.9</c:v>
                </c:pt>
                <c:pt idx="45">
                  <c:v>88.2</c:v>
                </c:pt>
                <c:pt idx="46">
                  <c:v>115.6</c:v>
                </c:pt>
                <c:pt idx="47">
                  <c:v>149.6</c:v>
                </c:pt>
                <c:pt idx="48">
                  <c:v>148.8</c:v>
                </c:pt>
                <c:pt idx="49">
                  <c:v>141.7</c:v>
                </c:pt>
                <c:pt idx="50">
                  <c:v>69.8</c:v>
                </c:pt>
                <c:pt idx="51">
                  <c:v>56.6</c:v>
                </c:pt>
                <c:pt idx="52">
                  <c:v>52.1</c:v>
                </c:pt>
                <c:pt idx="53">
                  <c:v>50.9</c:v>
                </c:pt>
                <c:pt idx="54">
                  <c:v>52.8</c:v>
                </c:pt>
                <c:pt idx="55">
                  <c:v>59.1</c:v>
                </c:pt>
                <c:pt idx="56">
                  <c:v>59.1</c:v>
                </c:pt>
                <c:pt idx="57">
                  <c:v>59.2</c:v>
                </c:pt>
                <c:pt idx="58">
                  <c:v>56.8</c:v>
                </c:pt>
                <c:pt idx="59">
                  <c:v>64.9</c:v>
                </c:pt>
                <c:pt idx="60">
                  <c:v>63.2</c:v>
                </c:pt>
                <c:pt idx="61">
                  <c:v>61.4</c:v>
                </c:pt>
                <c:pt idx="62">
                  <c:v>59.0</c:v>
                </c:pt>
                <c:pt idx="63">
                  <c:v>67.2</c:v>
                </c:pt>
                <c:pt idx="64">
                  <c:v>63.2</c:v>
                </c:pt>
                <c:pt idx="65">
                  <c:v>81.4</c:v>
                </c:pt>
                <c:pt idx="66">
                  <c:v>113.7</c:v>
                </c:pt>
                <c:pt idx="67">
                  <c:v>105.7</c:v>
                </c:pt>
                <c:pt idx="68">
                  <c:v>110.4</c:v>
                </c:pt>
                <c:pt idx="69">
                  <c:v>100.6</c:v>
                </c:pt>
                <c:pt idx="70">
                  <c:v>94.5</c:v>
                </c:pt>
                <c:pt idx="71">
                  <c:v>91.2</c:v>
                </c:pt>
                <c:pt idx="72">
                  <c:v>93.7</c:v>
                </c:pt>
                <c:pt idx="73">
                  <c:v>90.6</c:v>
                </c:pt>
                <c:pt idx="74">
                  <c:v>84.9</c:v>
                </c:pt>
                <c:pt idx="75">
                  <c:v>84.8</c:v>
                </c:pt>
                <c:pt idx="76">
                  <c:v>89.6</c:v>
                </c:pt>
                <c:pt idx="77">
                  <c:v>91.1</c:v>
                </c:pt>
                <c:pt idx="78">
                  <c:v>86.0</c:v>
                </c:pt>
                <c:pt idx="79">
                  <c:v>87.2</c:v>
                </c:pt>
                <c:pt idx="80">
                  <c:v>89.4</c:v>
                </c:pt>
                <c:pt idx="81">
                  <c:v>92.7</c:v>
                </c:pt>
                <c:pt idx="82">
                  <c:v>89.0</c:v>
                </c:pt>
                <c:pt idx="83">
                  <c:v>86.7</c:v>
                </c:pt>
                <c:pt idx="84">
                  <c:v>86.8</c:v>
                </c:pt>
                <c:pt idx="85">
                  <c:v>92.9</c:v>
                </c:pt>
                <c:pt idx="86">
                  <c:v>90.5</c:v>
                </c:pt>
                <c:pt idx="87">
                  <c:v>84.7</c:v>
                </c:pt>
                <c:pt idx="88">
                  <c:v>87.4</c:v>
                </c:pt>
                <c:pt idx="89">
                  <c:v>88.5</c:v>
                </c:pt>
                <c:pt idx="90">
                  <c:v>94.8</c:v>
                </c:pt>
                <c:pt idx="91">
                  <c:v>92.5</c:v>
                </c:pt>
                <c:pt idx="92">
                  <c:v>93.3</c:v>
                </c:pt>
                <c:pt idx="93">
                  <c:v>95.7</c:v>
                </c:pt>
                <c:pt idx="94">
                  <c:v>101.2</c:v>
                </c:pt>
                <c:pt idx="95">
                  <c:v>100.1</c:v>
                </c:pt>
                <c:pt idx="96">
                  <c:v>103.8</c:v>
                </c:pt>
                <c:pt idx="97">
                  <c:v>110.1</c:v>
                </c:pt>
                <c:pt idx="98">
                  <c:v>135.4</c:v>
                </c:pt>
                <c:pt idx="99">
                  <c:v>126.7</c:v>
                </c:pt>
                <c:pt idx="100">
                  <c:v>127.9</c:v>
                </c:pt>
                <c:pt idx="101">
                  <c:v>135.7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Staples (LHS)</c:v>
                </c:pt>
              </c:strCache>
            </c:strRef>
          </c:tx>
          <c:spPr>
            <a:ln w="28575">
              <a:solidFill>
                <a:srgbClr val="2E7D32"/>
              </a:solidFill>
            </a:ln>
          </c:spPr>
          <c:marker>
            <c:symbol val="none"/>
          </c:marker>
          <c:cat>
            <c:strRef>
              <c:f>Sheet1!$A$2:$A$103</c:f>
              <c:strCache>
                <c:ptCount val="102"/>
                <c:pt idx="0">
                  <c:v>Jan 20</c:v>
                </c:pt>
                <c:pt idx="1">
                  <c:v>Jan 20</c:v>
                </c:pt>
                <c:pt idx="2">
                  <c:v>Feb 20</c:v>
                </c:pt>
                <c:pt idx="3">
                  <c:v>Feb 20</c:v>
                </c:pt>
                <c:pt idx="4">
                  <c:v>Feb 20</c:v>
                </c:pt>
                <c:pt idx="5">
                  <c:v>Feb 20</c:v>
                </c:pt>
                <c:pt idx="6">
                  <c:v>Mar 20</c:v>
                </c:pt>
                <c:pt idx="7">
                  <c:v>Mar 20</c:v>
                </c:pt>
                <c:pt idx="8">
                  <c:v>Mar 20</c:v>
                </c:pt>
                <c:pt idx="9">
                  <c:v>Mar 20</c:v>
                </c:pt>
                <c:pt idx="10">
                  <c:v>Mar 20</c:v>
                </c:pt>
                <c:pt idx="11">
                  <c:v>Apr 20</c:v>
                </c:pt>
                <c:pt idx="12">
                  <c:v>Apr 20</c:v>
                </c:pt>
                <c:pt idx="13">
                  <c:v>Apr 20</c:v>
                </c:pt>
                <c:pt idx="14">
                  <c:v>Apr 20</c:v>
                </c:pt>
                <c:pt idx="15">
                  <c:v>May 20</c:v>
                </c:pt>
                <c:pt idx="16">
                  <c:v>May 20</c:v>
                </c:pt>
                <c:pt idx="17">
                  <c:v>May 20</c:v>
                </c:pt>
                <c:pt idx="18">
                  <c:v>May 20</c:v>
                </c:pt>
                <c:pt idx="19">
                  <c:v>May 20</c:v>
                </c:pt>
                <c:pt idx="20">
                  <c:v>Jun 20</c:v>
                </c:pt>
                <c:pt idx="21">
                  <c:v>Jun 20</c:v>
                </c:pt>
                <c:pt idx="22">
                  <c:v>Jun 20</c:v>
                </c:pt>
                <c:pt idx="23">
                  <c:v>Jun 20</c:v>
                </c:pt>
                <c:pt idx="24">
                  <c:v>Jul 20</c:v>
                </c:pt>
                <c:pt idx="25">
                  <c:v>Jul 20</c:v>
                </c:pt>
                <c:pt idx="26">
                  <c:v>Jul 20</c:v>
                </c:pt>
                <c:pt idx="27">
                  <c:v>Jul 20</c:v>
                </c:pt>
                <c:pt idx="28">
                  <c:v>Aug 20</c:v>
                </c:pt>
                <c:pt idx="29">
                  <c:v>Aug 20</c:v>
                </c:pt>
                <c:pt idx="30">
                  <c:v>Aug 20</c:v>
                </c:pt>
                <c:pt idx="31">
                  <c:v>Aug 20</c:v>
                </c:pt>
                <c:pt idx="32">
                  <c:v>Aug 20</c:v>
                </c:pt>
                <c:pt idx="33">
                  <c:v>Sep 20</c:v>
                </c:pt>
                <c:pt idx="34">
                  <c:v>Sep 20</c:v>
                </c:pt>
                <c:pt idx="35">
                  <c:v>Sep 20</c:v>
                </c:pt>
                <c:pt idx="36">
                  <c:v>Sep 20</c:v>
                </c:pt>
                <c:pt idx="37">
                  <c:v>Oct 20</c:v>
                </c:pt>
                <c:pt idx="38">
                  <c:v>Oct 20</c:v>
                </c:pt>
                <c:pt idx="39">
                  <c:v>Oct 20</c:v>
                </c:pt>
                <c:pt idx="40">
                  <c:v>Oct 20</c:v>
                </c:pt>
                <c:pt idx="41">
                  <c:v>Nov 20</c:v>
                </c:pt>
                <c:pt idx="42">
                  <c:v>Nov 20</c:v>
                </c:pt>
                <c:pt idx="43">
                  <c:v>Nov 20</c:v>
                </c:pt>
                <c:pt idx="44">
                  <c:v>Nov 20</c:v>
                </c:pt>
                <c:pt idx="45">
                  <c:v>Nov 20</c:v>
                </c:pt>
                <c:pt idx="46">
                  <c:v>Dec 20</c:v>
                </c:pt>
                <c:pt idx="47">
                  <c:v>Dec 20</c:v>
                </c:pt>
                <c:pt idx="48">
                  <c:v>Dec 20</c:v>
                </c:pt>
                <c:pt idx="49">
                  <c:v>Dec 20</c:v>
                </c:pt>
                <c:pt idx="50">
                  <c:v>Jan 21</c:v>
                </c:pt>
                <c:pt idx="51">
                  <c:v>Jan 21</c:v>
                </c:pt>
                <c:pt idx="52">
                  <c:v>Jan 21</c:v>
                </c:pt>
                <c:pt idx="53">
                  <c:v>Jan 21</c:v>
                </c:pt>
                <c:pt idx="54">
                  <c:v>Jan 21</c:v>
                </c:pt>
                <c:pt idx="55">
                  <c:v>Feb 21</c:v>
                </c:pt>
                <c:pt idx="56">
                  <c:v>Feb 21</c:v>
                </c:pt>
                <c:pt idx="57">
                  <c:v>Feb 21</c:v>
                </c:pt>
                <c:pt idx="58">
                  <c:v>Feb 21</c:v>
                </c:pt>
                <c:pt idx="59">
                  <c:v>Mar 21</c:v>
                </c:pt>
                <c:pt idx="60">
                  <c:v>Mar 21</c:v>
                </c:pt>
                <c:pt idx="61">
                  <c:v>Mar 21</c:v>
                </c:pt>
                <c:pt idx="62">
                  <c:v>Mar 21</c:v>
                </c:pt>
                <c:pt idx="63">
                  <c:v>Apr 21</c:v>
                </c:pt>
                <c:pt idx="64">
                  <c:v>Apr 21</c:v>
                </c:pt>
                <c:pt idx="65">
                  <c:v>Apr 21</c:v>
                </c:pt>
                <c:pt idx="66">
                  <c:v>Apr 21</c:v>
                </c:pt>
                <c:pt idx="67">
                  <c:v>May 21</c:v>
                </c:pt>
                <c:pt idx="68">
                  <c:v>May 21</c:v>
                </c:pt>
                <c:pt idx="69">
                  <c:v>May 21</c:v>
                </c:pt>
                <c:pt idx="70">
                  <c:v>May 21</c:v>
                </c:pt>
                <c:pt idx="71">
                  <c:v>May 21</c:v>
                </c:pt>
                <c:pt idx="72">
                  <c:v>Jun 21</c:v>
                </c:pt>
                <c:pt idx="73">
                  <c:v>Jun 21</c:v>
                </c:pt>
                <c:pt idx="74">
                  <c:v>Jun 21</c:v>
                </c:pt>
                <c:pt idx="75">
                  <c:v>Jun 21</c:v>
                </c:pt>
                <c:pt idx="76">
                  <c:v>Jul 21</c:v>
                </c:pt>
                <c:pt idx="77">
                  <c:v>Jul 21</c:v>
                </c:pt>
                <c:pt idx="78">
                  <c:v>Jul 21</c:v>
                </c:pt>
                <c:pt idx="79">
                  <c:v>Jul 21</c:v>
                </c:pt>
                <c:pt idx="80">
                  <c:v>Aug 21</c:v>
                </c:pt>
                <c:pt idx="81">
                  <c:v>Aug 21</c:v>
                </c:pt>
                <c:pt idx="82">
                  <c:v>Aug 21</c:v>
                </c:pt>
                <c:pt idx="83">
                  <c:v>Aug 21</c:v>
                </c:pt>
                <c:pt idx="84">
                  <c:v>Aug 21</c:v>
                </c:pt>
                <c:pt idx="85">
                  <c:v>Sep 21</c:v>
                </c:pt>
                <c:pt idx="86">
                  <c:v>Sep 21</c:v>
                </c:pt>
                <c:pt idx="87">
                  <c:v>Sep 21</c:v>
                </c:pt>
                <c:pt idx="88">
                  <c:v>Sep 21</c:v>
                </c:pt>
                <c:pt idx="89">
                  <c:v>Oct 21</c:v>
                </c:pt>
                <c:pt idx="90">
                  <c:v>Oct 21</c:v>
                </c:pt>
                <c:pt idx="91">
                  <c:v>Oct 21</c:v>
                </c:pt>
                <c:pt idx="92">
                  <c:v>Oct 21</c:v>
                </c:pt>
                <c:pt idx="93">
                  <c:v>Oct 21</c:v>
                </c:pt>
                <c:pt idx="94">
                  <c:v>Nov 21</c:v>
                </c:pt>
                <c:pt idx="95">
                  <c:v>Nov 21</c:v>
                </c:pt>
                <c:pt idx="96">
                  <c:v>Nov 21</c:v>
                </c:pt>
                <c:pt idx="97">
                  <c:v>Nov 21</c:v>
                </c:pt>
                <c:pt idx="98">
                  <c:v>Dec 21</c:v>
                </c:pt>
                <c:pt idx="99">
                  <c:v>Dec 21</c:v>
                </c:pt>
                <c:pt idx="100">
                  <c:v>Dec 21</c:v>
                </c:pt>
                <c:pt idx="101">
                  <c:v>Dec 21</c:v>
                </c:pt>
              </c:strCache>
            </c:strRef>
          </c:cat>
          <c:val>
            <c:numRef>
              <c:f>Sheet1!$E$2:$E$103</c:f>
              <c:numCache>
                <c:formatCode>General</c:formatCode>
                <c:ptCount val="102"/>
                <c:pt idx="0">
                  <c:v>94.1</c:v>
                </c:pt>
                <c:pt idx="1">
                  <c:v>96.0</c:v>
                </c:pt>
                <c:pt idx="2">
                  <c:v>99.7</c:v>
                </c:pt>
                <c:pt idx="3">
                  <c:v>103.2</c:v>
                </c:pt>
                <c:pt idx="4">
                  <c:v>97.5</c:v>
                </c:pt>
                <c:pt idx="5">
                  <c:v>101.2</c:v>
                </c:pt>
                <c:pt idx="6">
                  <c:v>98.1</c:v>
                </c:pt>
                <c:pt idx="7">
                  <c:v>109.2</c:v>
                </c:pt>
                <c:pt idx="8">
                  <c:v>108.5</c:v>
                </c:pt>
                <c:pt idx="9">
                  <c:v>123.0</c:v>
                </c:pt>
                <c:pt idx="10">
                  <c:v>106.7</c:v>
                </c:pt>
                <c:pt idx="11">
                  <c:v>89.7</c:v>
                </c:pt>
                <c:pt idx="12">
                  <c:v>93.7</c:v>
                </c:pt>
                <c:pt idx="13">
                  <c:v>86.6</c:v>
                </c:pt>
                <c:pt idx="14">
                  <c:v>93.9</c:v>
                </c:pt>
                <c:pt idx="15">
                  <c:v>100.6</c:v>
                </c:pt>
                <c:pt idx="16">
                  <c:v>105.8</c:v>
                </c:pt>
                <c:pt idx="17">
                  <c:v>99.3</c:v>
                </c:pt>
                <c:pt idx="18">
                  <c:v>100.7</c:v>
                </c:pt>
                <c:pt idx="19">
                  <c:v>102.7</c:v>
                </c:pt>
                <c:pt idx="20">
                  <c:v>110.1</c:v>
                </c:pt>
                <c:pt idx="21">
                  <c:v>102.8</c:v>
                </c:pt>
                <c:pt idx="22">
                  <c:v>100.7</c:v>
                </c:pt>
                <c:pt idx="23">
                  <c:v>104.6</c:v>
                </c:pt>
                <c:pt idx="24">
                  <c:v>108.6</c:v>
                </c:pt>
                <c:pt idx="25">
                  <c:v>105.6</c:v>
                </c:pt>
                <c:pt idx="26">
                  <c:v>100.6</c:v>
                </c:pt>
                <c:pt idx="27">
                  <c:v>98.4</c:v>
                </c:pt>
                <c:pt idx="28">
                  <c:v>102.4</c:v>
                </c:pt>
                <c:pt idx="29">
                  <c:v>107.9</c:v>
                </c:pt>
                <c:pt idx="30">
                  <c:v>100.9</c:v>
                </c:pt>
                <c:pt idx="31">
                  <c:v>98.7</c:v>
                </c:pt>
                <c:pt idx="32">
                  <c:v>99.1</c:v>
                </c:pt>
                <c:pt idx="33">
                  <c:v>107.5</c:v>
                </c:pt>
                <c:pt idx="34">
                  <c:v>102.6</c:v>
                </c:pt>
                <c:pt idx="35">
                  <c:v>98.6</c:v>
                </c:pt>
                <c:pt idx="36">
                  <c:v>99.7</c:v>
                </c:pt>
                <c:pt idx="37">
                  <c:v>107.5</c:v>
                </c:pt>
                <c:pt idx="38">
                  <c:v>105.4</c:v>
                </c:pt>
                <c:pt idx="39">
                  <c:v>100.2</c:v>
                </c:pt>
                <c:pt idx="40">
                  <c:v>100.8</c:v>
                </c:pt>
                <c:pt idx="41">
                  <c:v>104.6</c:v>
                </c:pt>
                <c:pt idx="42">
                  <c:v>117.5</c:v>
                </c:pt>
                <c:pt idx="43">
                  <c:v>105.5</c:v>
                </c:pt>
                <c:pt idx="44">
                  <c:v>105.0</c:v>
                </c:pt>
                <c:pt idx="45">
                  <c:v>109.4</c:v>
                </c:pt>
                <c:pt idx="46">
                  <c:v>122.3</c:v>
                </c:pt>
                <c:pt idx="47">
                  <c:v>121.5</c:v>
                </c:pt>
                <c:pt idx="48">
                  <c:v>121.9</c:v>
                </c:pt>
                <c:pt idx="49">
                  <c:v>145.8</c:v>
                </c:pt>
                <c:pt idx="50">
                  <c:v>92.2</c:v>
                </c:pt>
                <c:pt idx="51">
                  <c:v>96.9</c:v>
                </c:pt>
                <c:pt idx="52">
                  <c:v>102.7</c:v>
                </c:pt>
                <c:pt idx="53">
                  <c:v>101.0</c:v>
                </c:pt>
                <c:pt idx="54">
                  <c:v>102.4</c:v>
                </c:pt>
                <c:pt idx="55">
                  <c:v>112.6</c:v>
                </c:pt>
                <c:pt idx="56">
                  <c:v>107.6</c:v>
                </c:pt>
                <c:pt idx="57">
                  <c:v>110.7</c:v>
                </c:pt>
                <c:pt idx="58">
                  <c:v>105.1</c:v>
                </c:pt>
                <c:pt idx="59">
                  <c:v>118.0</c:v>
                </c:pt>
                <c:pt idx="60">
                  <c:v>115.2</c:v>
                </c:pt>
                <c:pt idx="61">
                  <c:v>117.1</c:v>
                </c:pt>
                <c:pt idx="62">
                  <c:v>111.3</c:v>
                </c:pt>
                <c:pt idx="63">
                  <c:v>121.1</c:v>
                </c:pt>
                <c:pt idx="64">
                  <c:v>117.3</c:v>
                </c:pt>
                <c:pt idx="65">
                  <c:v>113.7</c:v>
                </c:pt>
                <c:pt idx="66">
                  <c:v>110.5</c:v>
                </c:pt>
                <c:pt idx="67">
                  <c:v>113.9</c:v>
                </c:pt>
                <c:pt idx="68">
                  <c:v>118.8</c:v>
                </c:pt>
                <c:pt idx="69">
                  <c:v>113.3</c:v>
                </c:pt>
                <c:pt idx="70">
                  <c:v>108.8</c:v>
                </c:pt>
                <c:pt idx="71">
                  <c:v>107.3</c:v>
                </c:pt>
                <c:pt idx="72">
                  <c:v>116.5</c:v>
                </c:pt>
                <c:pt idx="73">
                  <c:v>112.6</c:v>
                </c:pt>
                <c:pt idx="74">
                  <c:v>107.4</c:v>
                </c:pt>
                <c:pt idx="75">
                  <c:v>107.3</c:v>
                </c:pt>
                <c:pt idx="76">
                  <c:v>108.4</c:v>
                </c:pt>
                <c:pt idx="77">
                  <c:v>110.6</c:v>
                </c:pt>
                <c:pt idx="78">
                  <c:v>103.4</c:v>
                </c:pt>
                <c:pt idx="79">
                  <c:v>105.2</c:v>
                </c:pt>
                <c:pt idx="80">
                  <c:v>104.0</c:v>
                </c:pt>
                <c:pt idx="81">
                  <c:v>107.9</c:v>
                </c:pt>
                <c:pt idx="82">
                  <c:v>102.0</c:v>
                </c:pt>
                <c:pt idx="83">
                  <c:v>99.6</c:v>
                </c:pt>
                <c:pt idx="84">
                  <c:v>99.1</c:v>
                </c:pt>
                <c:pt idx="85">
                  <c:v>106.3</c:v>
                </c:pt>
                <c:pt idx="86">
                  <c:v>104.5</c:v>
                </c:pt>
                <c:pt idx="87">
                  <c:v>99.0</c:v>
                </c:pt>
                <c:pt idx="88">
                  <c:v>99.5</c:v>
                </c:pt>
                <c:pt idx="89">
                  <c:v>107.3</c:v>
                </c:pt>
                <c:pt idx="90">
                  <c:v>110.7</c:v>
                </c:pt>
                <c:pt idx="91">
                  <c:v>101.8</c:v>
                </c:pt>
                <c:pt idx="92">
                  <c:v>100.8</c:v>
                </c:pt>
                <c:pt idx="93">
                  <c:v>104.3</c:v>
                </c:pt>
                <c:pt idx="94">
                  <c:v>113.4</c:v>
                </c:pt>
                <c:pt idx="95">
                  <c:v>107.4</c:v>
                </c:pt>
                <c:pt idx="96">
                  <c:v>106.0</c:v>
                </c:pt>
                <c:pt idx="97">
                  <c:v>108.7</c:v>
                </c:pt>
                <c:pt idx="98">
                  <c:v>121.3</c:v>
                </c:pt>
                <c:pt idx="99">
                  <c:v>123.3</c:v>
                </c:pt>
                <c:pt idx="100">
                  <c:v>122.9</c:v>
                </c:pt>
                <c:pt idx="101">
                  <c:v>142.8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6B1C2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tickLblSkip val="13"/>
        <c:tickMarkSkip val="13"/>
        <c:noMultiLvlLbl val="0"/>
      </c:catAx>
      <c:valAx>
        <c:axId val="2140495176"/>
        <c:scaling>
          <c:max val="180.0"/>
          <c:min val="0.0"/>
        </c:scaling>
        <c:delete val="0"/>
        <c:axPos val="l"/>
        <c:majorGridlines>
          <c:spPr>
            <a:ln>
              <a:solidFill>
                <a:srgbClr val="DDE2EA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  <c:majorUnit val="20.0"/>
      </c:valAx>
      <c:catAx>
        <c:axId val="50010"/>
        <c:scaling>
          <c:orientation val="minMax"/>
        </c:scaling>
        <c:delete val="1"/>
        <c:axPos val="b"/>
        <c:majorTickMark val="none"/>
        <c:minorTickMark val="none"/>
        <c:tickLblPos val="nextTo"/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150000"/>
          <c:min val="0"/>
        </c:scaling>
        <c:delete val="0"/>
        <c:axPos val="r"/>
        <c:numFmt formatCode="#,##0" sourceLinked="0"/>
        <c:majorTickMark val="none"/>
        <c:minorTickMark val="none"/>
        <c:tickLblPos val="nextTo"/>
        <c:spPr>
          <a:ln>
            <a:noFill/>
          </a:ln>
        </c:spPr>
        <c:crossAx val="50010"/>
        <c:crosses val="max"/>
        <c:crossBetween val="midCat"/>
        <c:majorUnit val="50000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222B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44546A"/>
                </a:solidFill>
                <a:latin typeface="Arial"/>
              </a:rPr>
              <a:t>Avg daily new COVID-19 cases by week, to 1 May 2022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Before Omicron (to Oct ’21)</c:v>
                </c:pt>
              </c:strCache>
            </c:strRef>
          </c:tx>
          <c:spPr>
            <a:solidFill>
              <a:srgbClr val="A6B1C2"/>
            </a:solidFill>
          </c:spPr>
          <c:cat>
            <c:strRef>
              <c:f>Sheet1!$A$2:$A$119</c:f>
              <c:strCache>
                <c:ptCount val="118"/>
                <c:pt idx="0">
                  <c:v>Feb 20</c:v>
                </c:pt>
                <c:pt idx="1">
                  <c:v>Feb 20</c:v>
                </c:pt>
                <c:pt idx="2">
                  <c:v>Feb 20</c:v>
                </c:pt>
                <c:pt idx="3">
                  <c:v>Feb 20</c:v>
                </c:pt>
                <c:pt idx="4">
                  <c:v>Mar 20</c:v>
                </c:pt>
                <c:pt idx="5">
                  <c:v>Mar 20</c:v>
                </c:pt>
                <c:pt idx="6">
                  <c:v>Mar 20</c:v>
                </c:pt>
                <c:pt idx="7">
                  <c:v>Mar 20</c:v>
                </c:pt>
                <c:pt idx="8">
                  <c:v>Mar 20</c:v>
                </c:pt>
                <c:pt idx="9">
                  <c:v>Apr 20</c:v>
                </c:pt>
                <c:pt idx="10">
                  <c:v>Apr 20</c:v>
                </c:pt>
                <c:pt idx="11">
                  <c:v>Apr 20</c:v>
                </c:pt>
                <c:pt idx="12">
                  <c:v>Apr 20</c:v>
                </c:pt>
                <c:pt idx="13">
                  <c:v>May 20</c:v>
                </c:pt>
                <c:pt idx="14">
                  <c:v>May 20</c:v>
                </c:pt>
                <c:pt idx="15">
                  <c:v>May 20</c:v>
                </c:pt>
                <c:pt idx="16">
                  <c:v>May 20</c:v>
                </c:pt>
                <c:pt idx="17">
                  <c:v>May 20</c:v>
                </c:pt>
                <c:pt idx="18">
                  <c:v>Jun 20</c:v>
                </c:pt>
                <c:pt idx="19">
                  <c:v>Jun 20</c:v>
                </c:pt>
                <c:pt idx="20">
                  <c:v>Jun 20</c:v>
                </c:pt>
                <c:pt idx="21">
                  <c:v>Jun 20</c:v>
                </c:pt>
                <c:pt idx="22">
                  <c:v>Jul 20</c:v>
                </c:pt>
                <c:pt idx="23">
                  <c:v>Jul 20</c:v>
                </c:pt>
                <c:pt idx="24">
                  <c:v>Jul 20</c:v>
                </c:pt>
                <c:pt idx="25">
                  <c:v>Jul 20</c:v>
                </c:pt>
                <c:pt idx="26">
                  <c:v>Aug 20</c:v>
                </c:pt>
                <c:pt idx="27">
                  <c:v>Aug 20</c:v>
                </c:pt>
                <c:pt idx="28">
                  <c:v>Aug 20</c:v>
                </c:pt>
                <c:pt idx="29">
                  <c:v>Aug 20</c:v>
                </c:pt>
                <c:pt idx="30">
                  <c:v>Aug 20</c:v>
                </c:pt>
                <c:pt idx="31">
                  <c:v>Sep 20</c:v>
                </c:pt>
                <c:pt idx="32">
                  <c:v>Sep 20</c:v>
                </c:pt>
                <c:pt idx="33">
                  <c:v>Sep 20</c:v>
                </c:pt>
                <c:pt idx="34">
                  <c:v>Sep 20</c:v>
                </c:pt>
                <c:pt idx="35">
                  <c:v>Oct 20</c:v>
                </c:pt>
                <c:pt idx="36">
                  <c:v>Oct 20</c:v>
                </c:pt>
                <c:pt idx="37">
                  <c:v>Oct 20</c:v>
                </c:pt>
                <c:pt idx="38">
                  <c:v>Oct 20</c:v>
                </c:pt>
                <c:pt idx="39">
                  <c:v>Nov 20</c:v>
                </c:pt>
                <c:pt idx="40">
                  <c:v>Nov 20</c:v>
                </c:pt>
                <c:pt idx="41">
                  <c:v>Nov 20</c:v>
                </c:pt>
                <c:pt idx="42">
                  <c:v>Nov 20</c:v>
                </c:pt>
                <c:pt idx="43">
                  <c:v>Nov 20</c:v>
                </c:pt>
                <c:pt idx="44">
                  <c:v>Dec 20</c:v>
                </c:pt>
                <c:pt idx="45">
                  <c:v>Dec 20</c:v>
                </c:pt>
                <c:pt idx="46">
                  <c:v>Dec 20</c:v>
                </c:pt>
                <c:pt idx="47">
                  <c:v>Dec 20</c:v>
                </c:pt>
                <c:pt idx="48">
                  <c:v>Jan 21</c:v>
                </c:pt>
                <c:pt idx="49">
                  <c:v>Jan 21</c:v>
                </c:pt>
                <c:pt idx="50">
                  <c:v>Jan 21</c:v>
                </c:pt>
                <c:pt idx="51">
                  <c:v>Jan 21</c:v>
                </c:pt>
                <c:pt idx="52">
                  <c:v>Jan 21</c:v>
                </c:pt>
                <c:pt idx="53">
                  <c:v>Feb 21</c:v>
                </c:pt>
                <c:pt idx="54">
                  <c:v>Feb 21</c:v>
                </c:pt>
                <c:pt idx="55">
                  <c:v>Feb 21</c:v>
                </c:pt>
                <c:pt idx="56">
                  <c:v>Feb 21</c:v>
                </c:pt>
                <c:pt idx="57">
                  <c:v>Mar 21</c:v>
                </c:pt>
                <c:pt idx="58">
                  <c:v>Mar 21</c:v>
                </c:pt>
                <c:pt idx="59">
                  <c:v>Mar 21</c:v>
                </c:pt>
                <c:pt idx="60">
                  <c:v>Mar 21</c:v>
                </c:pt>
                <c:pt idx="61">
                  <c:v>Apr 21</c:v>
                </c:pt>
                <c:pt idx="62">
                  <c:v>Apr 21</c:v>
                </c:pt>
                <c:pt idx="63">
                  <c:v>Apr 21</c:v>
                </c:pt>
                <c:pt idx="64">
                  <c:v>Apr 21</c:v>
                </c:pt>
                <c:pt idx="65">
                  <c:v>May 21</c:v>
                </c:pt>
                <c:pt idx="66">
                  <c:v>May 21</c:v>
                </c:pt>
                <c:pt idx="67">
                  <c:v>May 21</c:v>
                </c:pt>
                <c:pt idx="68">
                  <c:v>May 21</c:v>
                </c:pt>
                <c:pt idx="69">
                  <c:v>May 21</c:v>
                </c:pt>
                <c:pt idx="70">
                  <c:v>Jun 21</c:v>
                </c:pt>
                <c:pt idx="71">
                  <c:v>Jun 21</c:v>
                </c:pt>
                <c:pt idx="72">
                  <c:v>Jun 21</c:v>
                </c:pt>
                <c:pt idx="73">
                  <c:v>Jun 21</c:v>
                </c:pt>
                <c:pt idx="74">
                  <c:v>Jul 21</c:v>
                </c:pt>
                <c:pt idx="75">
                  <c:v>Jul 21</c:v>
                </c:pt>
                <c:pt idx="76">
                  <c:v>Jul 21</c:v>
                </c:pt>
                <c:pt idx="77">
                  <c:v>Jul 21</c:v>
                </c:pt>
                <c:pt idx="78">
                  <c:v>Aug 21</c:v>
                </c:pt>
                <c:pt idx="79">
                  <c:v>Aug 21</c:v>
                </c:pt>
                <c:pt idx="80">
                  <c:v>Aug 21</c:v>
                </c:pt>
                <c:pt idx="81">
                  <c:v>Aug 21</c:v>
                </c:pt>
                <c:pt idx="82">
                  <c:v>Aug 21</c:v>
                </c:pt>
                <c:pt idx="83">
                  <c:v>Sep 21</c:v>
                </c:pt>
                <c:pt idx="84">
                  <c:v>Sep 21</c:v>
                </c:pt>
                <c:pt idx="85">
                  <c:v>Sep 21</c:v>
                </c:pt>
                <c:pt idx="86">
                  <c:v>Sep 21</c:v>
                </c:pt>
                <c:pt idx="87">
                  <c:v>Oct 21</c:v>
                </c:pt>
                <c:pt idx="88">
                  <c:v>Oct 21</c:v>
                </c:pt>
                <c:pt idx="89">
                  <c:v>Oct 21</c:v>
                </c:pt>
                <c:pt idx="90">
                  <c:v>Oct 21</c:v>
                </c:pt>
                <c:pt idx="91">
                  <c:v>Oct 21</c:v>
                </c:pt>
                <c:pt idx="92">
                  <c:v>Nov 21</c:v>
                </c:pt>
                <c:pt idx="93">
                  <c:v>Nov 21</c:v>
                </c:pt>
                <c:pt idx="94">
                  <c:v>Nov 21</c:v>
                </c:pt>
                <c:pt idx="95">
                  <c:v>Nov 21</c:v>
                </c:pt>
                <c:pt idx="96">
                  <c:v>Dec 21</c:v>
                </c:pt>
                <c:pt idx="97">
                  <c:v>Dec 21</c:v>
                </c:pt>
                <c:pt idx="98">
                  <c:v>Dec 21</c:v>
                </c:pt>
                <c:pt idx="99">
                  <c:v>Dec 21</c:v>
                </c:pt>
                <c:pt idx="100">
                  <c:v>Jan 22</c:v>
                </c:pt>
                <c:pt idx="101">
                  <c:v>Jan 22</c:v>
                </c:pt>
                <c:pt idx="102">
                  <c:v>Jan 22</c:v>
                </c:pt>
                <c:pt idx="103">
                  <c:v>Jan 22</c:v>
                </c:pt>
                <c:pt idx="104">
                  <c:v>Jan 22</c:v>
                </c:pt>
                <c:pt idx="105">
                  <c:v>Feb 22</c:v>
                </c:pt>
                <c:pt idx="106">
                  <c:v>Feb 22</c:v>
                </c:pt>
                <c:pt idx="107">
                  <c:v>Feb 22</c:v>
                </c:pt>
                <c:pt idx="108">
                  <c:v>Feb 22</c:v>
                </c:pt>
                <c:pt idx="109">
                  <c:v>Mar 22</c:v>
                </c:pt>
                <c:pt idx="110">
                  <c:v>Mar 22</c:v>
                </c:pt>
                <c:pt idx="111">
                  <c:v>Mar 22</c:v>
                </c:pt>
                <c:pt idx="112">
                  <c:v>Mar 22</c:v>
                </c:pt>
                <c:pt idx="113">
                  <c:v>Apr 22</c:v>
                </c:pt>
                <c:pt idx="114">
                  <c:v>Apr 22</c:v>
                </c:pt>
                <c:pt idx="115">
                  <c:v>Apr 22</c:v>
                </c:pt>
                <c:pt idx="116">
                  <c:v>Apr 22</c:v>
                </c:pt>
                <c:pt idx="117">
                  <c:v>May 22</c:v>
                </c:pt>
              </c:strCache>
            </c:strRef>
          </c:cat>
          <c:val>
            <c:numRef>
              <c:f>Sheet1!$B$2:$B$119</c:f>
              <c:numCache>
                <c:formatCode>General</c:formatCode>
                <c:ptCount val="118"/>
                <c:pt idx="0">
                  <c:v>0</c:v>
                </c:pt>
                <c:pt idx="1">
                  <c:v>3</c:v>
                </c:pt>
                <c:pt idx="2">
                  <c:v>1</c:v>
                </c:pt>
                <c:pt idx="3">
                  <c:v>1</c:v>
                </c:pt>
                <c:pt idx="4">
                  <c:v>7</c:v>
                </c:pt>
                <c:pt idx="5">
                  <c:v>59</c:v>
                </c:pt>
                <c:pt idx="6">
                  <c:v>367</c:v>
                </c:pt>
                <c:pt idx="7">
                  <c:v>1029</c:v>
                </c:pt>
                <c:pt idx="8">
                  <c:v>2728</c:v>
                </c:pt>
                <c:pt idx="9">
                  <c:v>4394</c:v>
                </c:pt>
                <c:pt idx="10">
                  <c:v>4599</c:v>
                </c:pt>
                <c:pt idx="11">
                  <c:v>4643</c:v>
                </c:pt>
                <c:pt idx="12">
                  <c:v>4588</c:v>
                </c:pt>
                <c:pt idx="13">
                  <c:v>4411</c:v>
                </c:pt>
                <c:pt idx="14">
                  <c:v>3182</c:v>
                </c:pt>
                <c:pt idx="15">
                  <c:v>2776</c:v>
                </c:pt>
                <c:pt idx="16">
                  <c:v>2270</c:v>
                </c:pt>
                <c:pt idx="17">
                  <c:v>1574</c:v>
                </c:pt>
                <c:pt idx="18">
                  <c:v>1171</c:v>
                </c:pt>
                <c:pt idx="19">
                  <c:v>1034</c:v>
                </c:pt>
                <c:pt idx="20">
                  <c:v>928</c:v>
                </c:pt>
                <c:pt idx="21">
                  <c:v>722</c:v>
                </c:pt>
                <c:pt idx="22">
                  <c:v>590</c:v>
                </c:pt>
                <c:pt idx="23">
                  <c:v>593</c:v>
                </c:pt>
                <c:pt idx="24">
                  <c:v>638</c:v>
                </c:pt>
                <c:pt idx="25">
                  <c:v>730</c:v>
                </c:pt>
                <c:pt idx="26">
                  <c:v>793</c:v>
                </c:pt>
                <c:pt idx="27">
                  <c:v>948</c:v>
                </c:pt>
                <c:pt idx="28">
                  <c:v>1111</c:v>
                </c:pt>
                <c:pt idx="29">
                  <c:v>1155</c:v>
                </c:pt>
                <c:pt idx="30">
                  <c:v>1369</c:v>
                </c:pt>
                <c:pt idx="31">
                  <c:v>2591</c:v>
                </c:pt>
                <c:pt idx="32">
                  <c:v>3206</c:v>
                </c:pt>
                <c:pt idx="33">
                  <c:v>4465</c:v>
                </c:pt>
                <c:pt idx="34">
                  <c:v>6857</c:v>
                </c:pt>
                <c:pt idx="35">
                  <c:v>11985</c:v>
                </c:pt>
                <c:pt idx="36">
                  <c:v>15963</c:v>
                </c:pt>
                <c:pt idx="37">
                  <c:v>17775</c:v>
                </c:pt>
                <c:pt idx="38">
                  <c:v>22100</c:v>
                </c:pt>
                <c:pt idx="39">
                  <c:v>22029</c:v>
                </c:pt>
                <c:pt idx="40">
                  <c:v>24089</c:v>
                </c:pt>
                <c:pt idx="41">
                  <c:v>24389</c:v>
                </c:pt>
                <c:pt idx="42">
                  <c:v>18727</c:v>
                </c:pt>
                <c:pt idx="43">
                  <c:v>14824</c:v>
                </c:pt>
                <c:pt idx="44">
                  <c:v>15696</c:v>
                </c:pt>
                <c:pt idx="45">
                  <c:v>21960</c:v>
                </c:pt>
                <c:pt idx="46">
                  <c:v>33502</c:v>
                </c:pt>
                <c:pt idx="47">
                  <c:v>39149</c:v>
                </c:pt>
                <c:pt idx="48">
                  <c:v>58011</c:v>
                </c:pt>
                <c:pt idx="49">
                  <c:v>54556</c:v>
                </c:pt>
                <c:pt idx="50">
                  <c:v>43073</c:v>
                </c:pt>
                <c:pt idx="51">
                  <c:v>32172</c:v>
                </c:pt>
                <c:pt idx="52">
                  <c:v>23561</c:v>
                </c:pt>
                <c:pt idx="53">
                  <c:v>17420</c:v>
                </c:pt>
                <c:pt idx="54">
                  <c:v>12580</c:v>
                </c:pt>
                <c:pt idx="55">
                  <c:v>11221</c:v>
                </c:pt>
                <c:pt idx="56">
                  <c:v>7842</c:v>
                </c:pt>
                <c:pt idx="57">
                  <c:v>5818</c:v>
                </c:pt>
                <c:pt idx="58">
                  <c:v>5726</c:v>
                </c:pt>
                <c:pt idx="59">
                  <c:v>5570</c:v>
                </c:pt>
                <c:pt idx="60">
                  <c:v>5301</c:v>
                </c:pt>
                <c:pt idx="61">
                  <c:v>3326</c:v>
                </c:pt>
                <c:pt idx="62">
                  <c:v>2881</c:v>
                </c:pt>
                <c:pt idx="63">
                  <c:v>2412</c:v>
                </c:pt>
                <c:pt idx="64">
                  <c:v>2300</c:v>
                </c:pt>
                <c:pt idx="65">
                  <c:v>2045</c:v>
                </c:pt>
                <c:pt idx="66">
                  <c:v>2204</c:v>
                </c:pt>
                <c:pt idx="67">
                  <c:v>2163</c:v>
                </c:pt>
                <c:pt idx="68">
                  <c:v>2527</c:v>
                </c:pt>
                <c:pt idx="69">
                  <c:v>3460</c:v>
                </c:pt>
                <c:pt idx="70">
                  <c:v>5411</c:v>
                </c:pt>
                <c:pt idx="71">
                  <c:v>7590</c:v>
                </c:pt>
                <c:pt idx="72">
                  <c:v>10311</c:v>
                </c:pt>
                <c:pt idx="73">
                  <c:v>17678</c:v>
                </c:pt>
                <c:pt idx="74">
                  <c:v>27122</c:v>
                </c:pt>
                <c:pt idx="75">
                  <c:v>33611</c:v>
                </c:pt>
                <c:pt idx="76">
                  <c:v>48435</c:v>
                </c:pt>
                <c:pt idx="77">
                  <c:v>32498</c:v>
                </c:pt>
                <c:pt idx="78">
                  <c:v>26362</c:v>
                </c:pt>
                <c:pt idx="79">
                  <c:v>28253</c:v>
                </c:pt>
                <c:pt idx="80">
                  <c:v>29730</c:v>
                </c:pt>
                <c:pt idx="81">
                  <c:v>34225</c:v>
                </c:pt>
                <c:pt idx="82">
                  <c:v>34467</c:v>
                </c:pt>
                <c:pt idx="83">
                  <c:v>38299</c:v>
                </c:pt>
                <c:pt idx="84">
                  <c:v>32879</c:v>
                </c:pt>
                <c:pt idx="85">
                  <c:v>30489</c:v>
                </c:pt>
                <c:pt idx="86">
                  <c:v>34997</c:v>
                </c:pt>
                <c:pt idx="87">
                  <c:v>33287</c:v>
                </c:pt>
                <c:pt idx="88">
                  <c:v>37868</c:v>
                </c:pt>
                <c:pt idx="89">
                  <c:v>45430</c:v>
                </c:pt>
                <c:pt idx="90">
                  <c:v>45523</c:v>
                </c:pt>
                <c:pt idx="91">
                  <c:v>40380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Omicron period (Nov ’21 – 1 May ’22)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Sheet1!$A$2:$A$119</c:f>
              <c:strCache>
                <c:ptCount val="118"/>
                <c:pt idx="0">
                  <c:v>Feb 20</c:v>
                </c:pt>
                <c:pt idx="1">
                  <c:v>Feb 20</c:v>
                </c:pt>
                <c:pt idx="2">
                  <c:v>Feb 20</c:v>
                </c:pt>
                <c:pt idx="3">
                  <c:v>Feb 20</c:v>
                </c:pt>
                <c:pt idx="4">
                  <c:v>Mar 20</c:v>
                </c:pt>
                <c:pt idx="5">
                  <c:v>Mar 20</c:v>
                </c:pt>
                <c:pt idx="6">
                  <c:v>Mar 20</c:v>
                </c:pt>
                <c:pt idx="7">
                  <c:v>Mar 20</c:v>
                </c:pt>
                <c:pt idx="8">
                  <c:v>Mar 20</c:v>
                </c:pt>
                <c:pt idx="9">
                  <c:v>Apr 20</c:v>
                </c:pt>
                <c:pt idx="10">
                  <c:v>Apr 20</c:v>
                </c:pt>
                <c:pt idx="11">
                  <c:v>Apr 20</c:v>
                </c:pt>
                <c:pt idx="12">
                  <c:v>Apr 20</c:v>
                </c:pt>
                <c:pt idx="13">
                  <c:v>May 20</c:v>
                </c:pt>
                <c:pt idx="14">
                  <c:v>May 20</c:v>
                </c:pt>
                <c:pt idx="15">
                  <c:v>May 20</c:v>
                </c:pt>
                <c:pt idx="16">
                  <c:v>May 20</c:v>
                </c:pt>
                <c:pt idx="17">
                  <c:v>May 20</c:v>
                </c:pt>
                <c:pt idx="18">
                  <c:v>Jun 20</c:v>
                </c:pt>
                <c:pt idx="19">
                  <c:v>Jun 20</c:v>
                </c:pt>
                <c:pt idx="20">
                  <c:v>Jun 20</c:v>
                </c:pt>
                <c:pt idx="21">
                  <c:v>Jun 20</c:v>
                </c:pt>
                <c:pt idx="22">
                  <c:v>Jul 20</c:v>
                </c:pt>
                <c:pt idx="23">
                  <c:v>Jul 20</c:v>
                </c:pt>
                <c:pt idx="24">
                  <c:v>Jul 20</c:v>
                </c:pt>
                <c:pt idx="25">
                  <c:v>Jul 20</c:v>
                </c:pt>
                <c:pt idx="26">
                  <c:v>Aug 20</c:v>
                </c:pt>
                <c:pt idx="27">
                  <c:v>Aug 20</c:v>
                </c:pt>
                <c:pt idx="28">
                  <c:v>Aug 20</c:v>
                </c:pt>
                <c:pt idx="29">
                  <c:v>Aug 20</c:v>
                </c:pt>
                <c:pt idx="30">
                  <c:v>Aug 20</c:v>
                </c:pt>
                <c:pt idx="31">
                  <c:v>Sep 20</c:v>
                </c:pt>
                <c:pt idx="32">
                  <c:v>Sep 20</c:v>
                </c:pt>
                <c:pt idx="33">
                  <c:v>Sep 20</c:v>
                </c:pt>
                <c:pt idx="34">
                  <c:v>Sep 20</c:v>
                </c:pt>
                <c:pt idx="35">
                  <c:v>Oct 20</c:v>
                </c:pt>
                <c:pt idx="36">
                  <c:v>Oct 20</c:v>
                </c:pt>
                <c:pt idx="37">
                  <c:v>Oct 20</c:v>
                </c:pt>
                <c:pt idx="38">
                  <c:v>Oct 20</c:v>
                </c:pt>
                <c:pt idx="39">
                  <c:v>Nov 20</c:v>
                </c:pt>
                <c:pt idx="40">
                  <c:v>Nov 20</c:v>
                </c:pt>
                <c:pt idx="41">
                  <c:v>Nov 20</c:v>
                </c:pt>
                <c:pt idx="42">
                  <c:v>Nov 20</c:v>
                </c:pt>
                <c:pt idx="43">
                  <c:v>Nov 20</c:v>
                </c:pt>
                <c:pt idx="44">
                  <c:v>Dec 20</c:v>
                </c:pt>
                <c:pt idx="45">
                  <c:v>Dec 20</c:v>
                </c:pt>
                <c:pt idx="46">
                  <c:v>Dec 20</c:v>
                </c:pt>
                <c:pt idx="47">
                  <c:v>Dec 20</c:v>
                </c:pt>
                <c:pt idx="48">
                  <c:v>Jan 21</c:v>
                </c:pt>
                <c:pt idx="49">
                  <c:v>Jan 21</c:v>
                </c:pt>
                <c:pt idx="50">
                  <c:v>Jan 21</c:v>
                </c:pt>
                <c:pt idx="51">
                  <c:v>Jan 21</c:v>
                </c:pt>
                <c:pt idx="52">
                  <c:v>Jan 21</c:v>
                </c:pt>
                <c:pt idx="53">
                  <c:v>Feb 21</c:v>
                </c:pt>
                <c:pt idx="54">
                  <c:v>Feb 21</c:v>
                </c:pt>
                <c:pt idx="55">
                  <c:v>Feb 21</c:v>
                </c:pt>
                <c:pt idx="56">
                  <c:v>Feb 21</c:v>
                </c:pt>
                <c:pt idx="57">
                  <c:v>Mar 21</c:v>
                </c:pt>
                <c:pt idx="58">
                  <c:v>Mar 21</c:v>
                </c:pt>
                <c:pt idx="59">
                  <c:v>Mar 21</c:v>
                </c:pt>
                <c:pt idx="60">
                  <c:v>Mar 21</c:v>
                </c:pt>
                <c:pt idx="61">
                  <c:v>Apr 21</c:v>
                </c:pt>
                <c:pt idx="62">
                  <c:v>Apr 21</c:v>
                </c:pt>
                <c:pt idx="63">
                  <c:v>Apr 21</c:v>
                </c:pt>
                <c:pt idx="64">
                  <c:v>Apr 21</c:v>
                </c:pt>
                <c:pt idx="65">
                  <c:v>May 21</c:v>
                </c:pt>
                <c:pt idx="66">
                  <c:v>May 21</c:v>
                </c:pt>
                <c:pt idx="67">
                  <c:v>May 21</c:v>
                </c:pt>
                <c:pt idx="68">
                  <c:v>May 21</c:v>
                </c:pt>
                <c:pt idx="69">
                  <c:v>May 21</c:v>
                </c:pt>
                <c:pt idx="70">
                  <c:v>Jun 21</c:v>
                </c:pt>
                <c:pt idx="71">
                  <c:v>Jun 21</c:v>
                </c:pt>
                <c:pt idx="72">
                  <c:v>Jun 21</c:v>
                </c:pt>
                <c:pt idx="73">
                  <c:v>Jun 21</c:v>
                </c:pt>
                <c:pt idx="74">
                  <c:v>Jul 21</c:v>
                </c:pt>
                <c:pt idx="75">
                  <c:v>Jul 21</c:v>
                </c:pt>
                <c:pt idx="76">
                  <c:v>Jul 21</c:v>
                </c:pt>
                <c:pt idx="77">
                  <c:v>Jul 21</c:v>
                </c:pt>
                <c:pt idx="78">
                  <c:v>Aug 21</c:v>
                </c:pt>
                <c:pt idx="79">
                  <c:v>Aug 21</c:v>
                </c:pt>
                <c:pt idx="80">
                  <c:v>Aug 21</c:v>
                </c:pt>
                <c:pt idx="81">
                  <c:v>Aug 21</c:v>
                </c:pt>
                <c:pt idx="82">
                  <c:v>Aug 21</c:v>
                </c:pt>
                <c:pt idx="83">
                  <c:v>Sep 21</c:v>
                </c:pt>
                <c:pt idx="84">
                  <c:v>Sep 21</c:v>
                </c:pt>
                <c:pt idx="85">
                  <c:v>Sep 21</c:v>
                </c:pt>
                <c:pt idx="86">
                  <c:v>Sep 21</c:v>
                </c:pt>
                <c:pt idx="87">
                  <c:v>Oct 21</c:v>
                </c:pt>
                <c:pt idx="88">
                  <c:v>Oct 21</c:v>
                </c:pt>
                <c:pt idx="89">
                  <c:v>Oct 21</c:v>
                </c:pt>
                <c:pt idx="90">
                  <c:v>Oct 21</c:v>
                </c:pt>
                <c:pt idx="91">
                  <c:v>Oct 21</c:v>
                </c:pt>
                <c:pt idx="92">
                  <c:v>Nov 21</c:v>
                </c:pt>
                <c:pt idx="93">
                  <c:v>Nov 21</c:v>
                </c:pt>
                <c:pt idx="94">
                  <c:v>Nov 21</c:v>
                </c:pt>
                <c:pt idx="95">
                  <c:v>Nov 21</c:v>
                </c:pt>
                <c:pt idx="96">
                  <c:v>Dec 21</c:v>
                </c:pt>
                <c:pt idx="97">
                  <c:v>Dec 21</c:v>
                </c:pt>
                <c:pt idx="98">
                  <c:v>Dec 21</c:v>
                </c:pt>
                <c:pt idx="99">
                  <c:v>Dec 21</c:v>
                </c:pt>
                <c:pt idx="100">
                  <c:v>Jan 22</c:v>
                </c:pt>
                <c:pt idx="101">
                  <c:v>Jan 22</c:v>
                </c:pt>
                <c:pt idx="102">
                  <c:v>Jan 22</c:v>
                </c:pt>
                <c:pt idx="103">
                  <c:v>Jan 22</c:v>
                </c:pt>
                <c:pt idx="104">
                  <c:v>Jan 22</c:v>
                </c:pt>
                <c:pt idx="105">
                  <c:v>Feb 22</c:v>
                </c:pt>
                <c:pt idx="106">
                  <c:v>Feb 22</c:v>
                </c:pt>
                <c:pt idx="107">
                  <c:v>Feb 22</c:v>
                </c:pt>
                <c:pt idx="108">
                  <c:v>Feb 22</c:v>
                </c:pt>
                <c:pt idx="109">
                  <c:v>Mar 22</c:v>
                </c:pt>
                <c:pt idx="110">
                  <c:v>Mar 22</c:v>
                </c:pt>
                <c:pt idx="111">
                  <c:v>Mar 22</c:v>
                </c:pt>
                <c:pt idx="112">
                  <c:v>Mar 22</c:v>
                </c:pt>
                <c:pt idx="113">
                  <c:v>Apr 22</c:v>
                </c:pt>
                <c:pt idx="114">
                  <c:v>Apr 22</c:v>
                </c:pt>
                <c:pt idx="115">
                  <c:v>Apr 22</c:v>
                </c:pt>
                <c:pt idx="116">
                  <c:v>Apr 22</c:v>
                </c:pt>
                <c:pt idx="117">
                  <c:v>May 22</c:v>
                </c:pt>
              </c:strCache>
            </c:strRef>
          </c:cat>
          <c:val>
            <c:numRef>
              <c:f>Sheet1!$C$2:$C$119</c:f>
              <c:numCache>
                <c:formatCode>General</c:formatCode>
                <c:ptCount val="1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34445</c:v>
                </c:pt>
                <c:pt idx="93">
                  <c:v>39499</c:v>
                </c:pt>
                <c:pt idx="94">
                  <c:v>42790</c:v>
                </c:pt>
                <c:pt idx="95">
                  <c:v>43066</c:v>
                </c:pt>
                <c:pt idx="96">
                  <c:v>48946</c:v>
                </c:pt>
                <c:pt idx="97">
                  <c:v>55145</c:v>
                </c:pt>
                <c:pt idx="98">
                  <c:v>97518</c:v>
                </c:pt>
                <c:pt idx="99">
                  <c:v>132909</c:v>
                </c:pt>
                <c:pt idx="100">
                  <c:v>200680</c:v>
                </c:pt>
                <c:pt idx="101">
                  <c:v>172913</c:v>
                </c:pt>
                <c:pt idx="102">
                  <c:v>101458</c:v>
                </c:pt>
                <c:pt idx="103">
                  <c:v>105469</c:v>
                </c:pt>
                <c:pt idx="104">
                  <c:v>98668</c:v>
                </c:pt>
                <c:pt idx="105">
                  <c:v>77168</c:v>
                </c:pt>
                <c:pt idx="106">
                  <c:v>55230</c:v>
                </c:pt>
                <c:pt idx="107">
                  <c:v>44163</c:v>
                </c:pt>
                <c:pt idx="108">
                  <c:v>33673</c:v>
                </c:pt>
                <c:pt idx="109">
                  <c:v>44081</c:v>
                </c:pt>
                <c:pt idx="110">
                  <c:v>69646</c:v>
                </c:pt>
                <c:pt idx="111">
                  <c:v>84557</c:v>
                </c:pt>
                <c:pt idx="112">
                  <c:v>83954</c:v>
                </c:pt>
                <c:pt idx="113">
                  <c:v>61236</c:v>
                </c:pt>
                <c:pt idx="114">
                  <c:v>39729</c:v>
                </c:pt>
                <c:pt idx="115">
                  <c:v>27306</c:v>
                </c:pt>
                <c:pt idx="116">
                  <c:v>19219</c:v>
                </c:pt>
                <c:pt idx="117">
                  <c:v>11960</c:v>
                </c:pt>
              </c:numCache>
            </c:numRef>
          </c:val>
        </c:ser>
        <c:gapWidth val="1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6B1C2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tickLblSkip val="13"/>
        <c:tickMarkSkip val="13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DDE2EA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222B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6" y="4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305" y="4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6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 txBox="1">
            <a:spLocks noGrp="1"/>
          </p:cNvSpPr>
          <p:nvPr>
            <p:ph type="sldNum" idx="12"/>
          </p:nvPr>
        </p:nvSpPr>
        <p:spPr>
          <a:xfrm>
            <a:off x="3854450" y="9445625"/>
            <a:ext cx="2949575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:notes"/>
          <p:cNvSpPr txBox="1"/>
          <p:nvPr/>
        </p:nvSpPr>
        <p:spPr>
          <a:xfrm>
            <a:off x="3854450" y="9444038"/>
            <a:ext cx="2949575" cy="49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50" tIns="45475" rIns="90950" bIns="454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663" y="749300"/>
            <a:ext cx="6623050" cy="3725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" name="Google Shape;35;p1:notes"/>
          <p:cNvSpPr txBox="1">
            <a:spLocks noGrp="1"/>
          </p:cNvSpPr>
          <p:nvPr>
            <p:ph type="body" idx="1"/>
          </p:nvPr>
        </p:nvSpPr>
        <p:spPr>
          <a:xfrm>
            <a:off x="681038" y="4722813"/>
            <a:ext cx="5445125" cy="447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50" tIns="45475" rIns="90950" bIns="454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" name="Google Shape;40;p2:notes"/>
          <p:cNvSpPr txBox="1">
            <a:spLocks noGrp="1"/>
          </p:cNvSpPr>
          <p:nvPr>
            <p:ph type="body" idx="1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:notes"/>
          <p:cNvSpPr txBox="1">
            <a:spLocks noGrp="1"/>
          </p:cNvSpPr>
          <p:nvPr>
            <p:ph type="sldNum" idx="12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3:notes"/>
          <p:cNvSpPr txBox="1">
            <a:spLocks noGrp="1"/>
          </p:cNvSpPr>
          <p:nvPr>
            <p:ph type="sldNum" idx="12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4:notes"/>
          <p:cNvSpPr txBox="1">
            <a:spLocks noGrp="1"/>
          </p:cNvSpPr>
          <p:nvPr>
            <p:ph type="body" idx="1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:notes"/>
          <p:cNvSpPr txBox="1">
            <a:spLocks noGrp="1"/>
          </p:cNvSpPr>
          <p:nvPr>
            <p:ph type="sldNum" idx="12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6"/>
          <p:cNvGrpSpPr/>
          <p:nvPr/>
        </p:nvGrpSpPr>
        <p:grpSpPr>
          <a:xfrm>
            <a:off x="280446" y="687258"/>
            <a:ext cx="11587156" cy="586078"/>
            <a:chOff x="215900" y="1382939"/>
            <a:chExt cx="6998377" cy="430678"/>
          </a:xfrm>
        </p:grpSpPr>
        <p:sp>
          <p:nvSpPr>
            <p:cNvPr id="19" name="Google Shape;19;p6"/>
            <p:cNvSpPr/>
            <p:nvPr/>
          </p:nvSpPr>
          <p:spPr>
            <a:xfrm>
              <a:off x="215900" y="1382940"/>
              <a:ext cx="585009" cy="430326"/>
            </a:xfrm>
            <a:prstGeom prst="homePlate">
              <a:avLst>
                <a:gd name="adj" fmla="val 33648"/>
              </a:avLst>
            </a:prstGeom>
            <a:solidFill>
              <a:srgbClr val="002D7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6"/>
            <p:cNvSpPr/>
            <p:nvPr/>
          </p:nvSpPr>
          <p:spPr>
            <a:xfrm rot="10800000">
              <a:off x="774827" y="1382939"/>
              <a:ext cx="6439450" cy="430678"/>
            </a:xfrm>
            <a:custGeom>
              <a:avLst/>
              <a:gdLst/>
              <a:ahLst/>
              <a:cxnLst/>
              <a:rect l="l" t="t" r="r" b="b"/>
              <a:pathLst>
                <a:path w="8064578" h="300814" extrusionOk="0">
                  <a:moveTo>
                    <a:pt x="28" y="246"/>
                  </a:moveTo>
                  <a:cubicBezTo>
                    <a:pt x="2126" y="-555"/>
                    <a:pt x="5376395" y="833"/>
                    <a:pt x="8064578" y="1127"/>
                  </a:cubicBezTo>
                  <a:lnTo>
                    <a:pt x="7919436" y="154759"/>
                  </a:lnTo>
                  <a:lnTo>
                    <a:pt x="8064578" y="300814"/>
                  </a:lnTo>
                  <a:lnTo>
                    <a:pt x="0" y="299269"/>
                  </a:lnTo>
                  <a:cubicBezTo>
                    <a:pt x="1058" y="203607"/>
                    <a:pt x="14" y="149757"/>
                    <a:pt x="28" y="2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7830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2" name="Google Shape;22;p6"/>
          <p:cNvCxnSpPr/>
          <p:nvPr/>
        </p:nvCxnSpPr>
        <p:spPr>
          <a:xfrm>
            <a:off x="271951" y="3152910"/>
            <a:ext cx="7843073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" name="Google Shape;23;p6"/>
          <p:cNvSpPr/>
          <p:nvPr/>
        </p:nvSpPr>
        <p:spPr>
          <a:xfrm>
            <a:off x="306235" y="5864983"/>
            <a:ext cx="10660185" cy="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" name="Google Shape;24;p6"/>
          <p:cNvGrpSpPr/>
          <p:nvPr/>
        </p:nvGrpSpPr>
        <p:grpSpPr>
          <a:xfrm>
            <a:off x="274785" y="5904672"/>
            <a:ext cx="11625520" cy="46038"/>
            <a:chOff x="-540381" y="5887508"/>
            <a:chExt cx="9457729" cy="46038"/>
          </a:xfrm>
        </p:grpSpPr>
        <p:sp>
          <p:nvSpPr>
            <p:cNvPr id="25" name="Google Shape;25;p6"/>
            <p:cNvSpPr/>
            <p:nvPr/>
          </p:nvSpPr>
          <p:spPr>
            <a:xfrm>
              <a:off x="-540381" y="5887508"/>
              <a:ext cx="8074126" cy="46038"/>
            </a:xfrm>
            <a:custGeom>
              <a:avLst/>
              <a:gdLst/>
              <a:ahLst/>
              <a:cxnLst/>
              <a:rect l="l" t="t" r="r" b="b"/>
              <a:pathLst>
                <a:path w="7638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7638" y="0"/>
                  </a:lnTo>
                </a:path>
              </a:pathLst>
            </a:custGeom>
            <a:noFill/>
            <a:ln w="90475" cap="flat" cmpd="sng">
              <a:solidFill>
                <a:srgbClr val="63666A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6"/>
            <p:cNvSpPr/>
            <p:nvPr/>
          </p:nvSpPr>
          <p:spPr>
            <a:xfrm>
              <a:off x="7639574" y="5887827"/>
              <a:ext cx="1277774" cy="45719"/>
            </a:xfrm>
            <a:custGeom>
              <a:avLst/>
              <a:gdLst/>
              <a:ahLst/>
              <a:cxnLst/>
              <a:rect l="l" t="t" r="r" b="b"/>
              <a:pathLst>
                <a:path w="1357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357" y="0"/>
                  </a:lnTo>
                </a:path>
              </a:pathLst>
            </a:custGeom>
            <a:solidFill>
              <a:srgbClr val="002D72"/>
            </a:solidFill>
            <a:ln w="90475" cap="flat" cmpd="sng">
              <a:solidFill>
                <a:srgbClr val="002D72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271053" y="2388261"/>
            <a:ext cx="784307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800"/>
              <a:buNone/>
              <a:defRPr sz="38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2"/>
          </p:nvPr>
        </p:nvSpPr>
        <p:spPr>
          <a:xfrm>
            <a:off x="288500" y="3292242"/>
            <a:ext cx="784307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2000"/>
              <a:buNone/>
              <a:defRPr sz="20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5"/>
          <p:cNvGrpSpPr/>
          <p:nvPr/>
        </p:nvGrpSpPr>
        <p:grpSpPr>
          <a:xfrm>
            <a:off x="289968" y="539749"/>
            <a:ext cx="11587808" cy="460800"/>
            <a:chOff x="215900" y="1382736"/>
            <a:chExt cx="9418637" cy="458544"/>
          </a:xfrm>
        </p:grpSpPr>
        <p:sp>
          <p:nvSpPr>
            <p:cNvPr id="11" name="Google Shape;11;p5"/>
            <p:cNvSpPr/>
            <p:nvPr/>
          </p:nvSpPr>
          <p:spPr>
            <a:xfrm>
              <a:off x="215900" y="1382939"/>
              <a:ext cx="585009" cy="457327"/>
            </a:xfrm>
            <a:prstGeom prst="homePlate">
              <a:avLst>
                <a:gd name="adj" fmla="val 33648"/>
              </a:avLst>
            </a:prstGeom>
            <a:solidFill>
              <a:srgbClr val="002D7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5"/>
            <p:cNvSpPr/>
            <p:nvPr/>
          </p:nvSpPr>
          <p:spPr>
            <a:xfrm rot="10800000">
              <a:off x="781049" y="1382736"/>
              <a:ext cx="8853488" cy="458544"/>
            </a:xfrm>
            <a:custGeom>
              <a:avLst/>
              <a:gdLst/>
              <a:ahLst/>
              <a:cxnLst/>
              <a:rect l="l" t="t" r="r" b="b"/>
              <a:pathLst>
                <a:path w="8064578" h="300568" extrusionOk="0">
                  <a:moveTo>
                    <a:pt x="28" y="0"/>
                  </a:moveTo>
                  <a:cubicBezTo>
                    <a:pt x="-2061" y="71"/>
                    <a:pt x="5376395" y="587"/>
                    <a:pt x="8064578" y="881"/>
                  </a:cubicBezTo>
                  <a:lnTo>
                    <a:pt x="7941669" y="150744"/>
                  </a:lnTo>
                  <a:lnTo>
                    <a:pt x="8064578" y="300568"/>
                  </a:lnTo>
                  <a:lnTo>
                    <a:pt x="0" y="297393"/>
                  </a:lnTo>
                  <a:cubicBezTo>
                    <a:pt x="1058" y="201731"/>
                    <a:pt x="2117" y="-71"/>
                    <a:pt x="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7830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" name="Google Shape;13;p5"/>
          <p:cNvSpPr txBox="1"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body" idx="1"/>
          </p:nvPr>
        </p:nvSpPr>
        <p:spPr>
          <a:xfrm>
            <a:off x="806939" y="1125538"/>
            <a:ext cx="11074400" cy="504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‒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‒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"/>
          <p:cNvSpPr txBox="1">
            <a:spLocks noGrp="1"/>
          </p:cNvSpPr>
          <p:nvPr>
            <p:ph type="body" idx="2"/>
          </p:nvPr>
        </p:nvSpPr>
        <p:spPr>
          <a:xfrm>
            <a:off x="288500" y="3292242"/>
            <a:ext cx="115605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D72"/>
              </a:buClr>
              <a:buSzPts val="2800"/>
              <a:buNone/>
            </a:pPr>
            <a:r>
              <a:rPr lang="en-GB" sz="2800" b="1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rPr>
              <a:t>Impact </a:t>
            </a:r>
            <a:r>
              <a:rPr lang="en-GB" sz="2800" b="1">
                <a:solidFill>
                  <a:srgbClr val="002D72"/>
                </a:solidFill>
              </a:rPr>
              <a:t>S</a:t>
            </a:r>
            <a:r>
              <a:rPr lang="en-GB" sz="2800" b="1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rPr>
              <a:t>tudy of Omicron on Credit Card Sales</a:t>
            </a:r>
            <a:endParaRPr sz="2800" b="1">
              <a:solidFill>
                <a:srgbClr val="002D7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D72"/>
              </a:buClr>
              <a:buSzPts val="2000"/>
              <a:buNone/>
            </a:pPr>
            <a:r>
              <a:rPr lang="en-GB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rPr>
              <a:t>Citi Finance</a:t>
            </a:r>
            <a:endParaRPr sz="1800">
              <a:solidFill>
                <a:srgbClr val="002D7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1800"/>
              <a:buNone/>
            </a:pPr>
            <a:endParaRPr sz="1800">
              <a:solidFill>
                <a:srgbClr val="002D7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20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/>
              <a:t>Total card spending shows only a weak link to case counts</a:t>
            </a:r>
            <a:endParaRPr sz="2000"/>
          </a:p>
        </p:txBody>
      </p:sp>
      <p:graphicFrame>
        <p:nvGraphicFramePr>
          <p:cNvPr id="44" name="Total card spending vs. new COVID-19 cases, 2020–21"/>
          <p:cNvGraphicFramePr>
            <a:graphicFrameLocks noGrp="1"/>
          </p:cNvGraphicFramePr>
          <p:nvPr/>
        </p:nvGraphicFramePr>
        <p:xfrm>
          <a:off x="457200" y="1371600"/>
          <a:ext cx="667512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5" name="Comments"/>
          <p:cNvSpPr/>
          <p:nvPr/>
        </p:nvSpPr>
        <p:spPr>
          <a:xfrm>
            <a:off x="7315200" y="1371600"/>
            <a:ext cx="4416552" cy="48463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5" bIns="128015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2D72"/>
                </a:solidFill>
                <a:latin typeface="Arial"/>
              </a:rPr>
              <a:t>What the data shows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22B38"/>
                </a:solidFill>
                <a:latin typeface="Arial"/>
              </a:rPr>
              <a:t>Weak link: </a:t>
            </a:r>
            <a:r>
              <a:rPr sz="1400" b="0">
                <a:solidFill>
                  <a:srgbClr val="222B38"/>
                </a:solidFill>
                <a:latin typeface="Arial"/>
              </a:rPr>
              <a:t>correlation of daily cases with total spending is +0.28, so spending tended to rise as cases rose.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22B38"/>
                </a:solidFill>
                <a:latin typeface="Arial"/>
              </a:rPr>
              <a:t>Restrictions, not cases, drove the troughs: </a:t>
            </a:r>
            <a:r>
              <a:rPr sz="1400" b="0">
                <a:solidFill>
                  <a:srgbClr val="222B38"/>
                </a:solidFill>
                <a:latin typeface="Arial"/>
              </a:rPr>
              <a:t>spending fell to ~50–55 in Apr 2020 when cases were only ~3k a day.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22B38"/>
                </a:solidFill>
                <a:latin typeface="Arial"/>
              </a:rPr>
              <a:t>Later waves barely dented spending: </a:t>
            </a:r>
            <a:r>
              <a:rPr sz="1400" b="0">
                <a:solidFill>
                  <a:srgbClr val="222B38"/>
                </a:solidFill>
                <a:latin typeface="Arial"/>
              </a:rPr>
              <a:t>Delta (Jul–Oct ’21, ~35k a day) averaged 96; Dec ’21 (~91k a day) hit 114, above the Feb ’20 baseline.</a:t>
            </a:r>
          </a:p>
        </p:txBody>
      </p:sp>
      <p:sp>
        <p:nvSpPr>
          <p:cNvPr id="46" name="Source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44546A"/>
                </a:solidFill>
                <a:latin typeface="Arial"/>
              </a:rPr>
              <a:t>Source: Citi Finance; credit card spending index (Feb 2020 = 100, 7-day rolling avg) and new COVID-19 cases. Weekly averages.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/>
              <a:t>Social and work spending fell most in past waves; staples held</a:t>
            </a:r>
            <a:endParaRPr sz="2000"/>
          </a:p>
        </p:txBody>
      </p:sp>
      <p:graphicFrame>
        <p:nvGraphicFramePr>
          <p:cNvPr id="51" name="Spending by category vs. new COVID-19 cases, 2020–21"/>
          <p:cNvGraphicFramePr>
            <a:graphicFrameLocks noGrp="1"/>
          </p:cNvGraphicFramePr>
          <p:nvPr/>
        </p:nvGraphicFramePr>
        <p:xfrm>
          <a:off x="457200" y="1371600"/>
          <a:ext cx="667512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2" name="Comments"/>
          <p:cNvSpPr/>
          <p:nvPr/>
        </p:nvSpPr>
        <p:spPr>
          <a:xfrm>
            <a:off x="7315200" y="1371600"/>
            <a:ext cx="4416552" cy="48463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5" bIns="128015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2D72"/>
                </a:solidFill>
                <a:latin typeface="Arial"/>
              </a:rPr>
              <a:t>What the data shows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22B38"/>
                </a:solidFill>
                <a:latin typeface="Arial"/>
              </a:rPr>
              <a:t>Social: </a:t>
            </a:r>
            <a:r>
              <a:rPr sz="1400" b="0">
                <a:solidFill>
                  <a:srgbClr val="222B38"/>
                </a:solidFill>
                <a:latin typeface="Arial"/>
              </a:rPr>
              <a:t>most exposed; index fell to 21 in Apr ’20 and 45 in Jan ’21, and sat at ~88–94 in Q4 ’21, still below baseline.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22B38"/>
                </a:solidFill>
                <a:latin typeface="Arial"/>
              </a:rPr>
              <a:t>Work-related: </a:t>
            </a:r>
            <a:r>
              <a:rPr sz="1400" b="0">
                <a:solidFill>
                  <a:srgbClr val="222B38"/>
                </a:solidFill>
                <a:latin typeface="Arial"/>
              </a:rPr>
              <a:t>fell to 36 and 56 in the same periods, but is above baseline (112–124) since Jun ’21.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22B38"/>
                </a:solidFill>
                <a:latin typeface="Arial"/>
              </a:rPr>
              <a:t>Delayable and staples: </a:t>
            </a:r>
            <a:r>
              <a:rPr sz="1400" b="0">
                <a:solidFill>
                  <a:srgbClr val="222B38"/>
                </a:solidFill>
                <a:latin typeface="Arial"/>
              </a:rPr>
              <a:t>resilient; staples never fell below 93, and both reached ~125 in Dec ’21.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22B38"/>
                </a:solidFill>
                <a:latin typeface="Arial"/>
              </a:rPr>
              <a:t>All four correlations with cases are weak </a:t>
            </a:r>
            <a:r>
              <a:rPr sz="1400" b="0">
                <a:solidFill>
                  <a:srgbClr val="222B38"/>
                </a:solidFill>
                <a:latin typeface="Arial"/>
              </a:rPr>
              <a:t>(0.20–0.36 since Mar ’20).</a:t>
            </a:r>
          </a:p>
        </p:txBody>
      </p:sp>
      <p:sp>
        <p:nvSpPr>
          <p:cNvPr id="53" name="Source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44546A"/>
                </a:solidFill>
                <a:latin typeface="Arial"/>
              </a:rPr>
              <a:t>Source: Citi Finance; credit card spending index (Feb 2020 = 100, 7-day rolling avg) and new COVID-19 cases. Weekly averages.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 txBox="1"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/>
              <a:t>Omicron surge is large but fading; impact likely limited</a:t>
            </a:r>
            <a:endParaRPr sz="2000"/>
          </a:p>
        </p:txBody>
      </p:sp>
      <p:graphicFrame>
        <p:nvGraphicFramePr>
          <p:cNvPr id="58" name="Cases to 1 May 2022"/>
          <p:cNvGraphicFramePr>
            <a:graphicFrameLocks noGrp="1"/>
          </p:cNvGraphicFramePr>
          <p:nvPr/>
        </p:nvGraphicFramePr>
        <p:xfrm>
          <a:off x="457200" y="1371600"/>
          <a:ext cx="667512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9" name="Comments"/>
          <p:cNvSpPr/>
          <p:nvPr/>
        </p:nvSpPr>
        <p:spPr>
          <a:xfrm>
            <a:off x="7315200" y="1371600"/>
            <a:ext cx="4416552" cy="48463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5" bIns="128015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2D72"/>
                </a:solidFill>
                <a:latin typeface="Arial"/>
              </a:rPr>
              <a:t>Omicron cases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Weekly average peaked at ~201k a day (7-day peak 214,690 on 4 Jan ’22), 3.4x the 2020–21 peak of 62,520.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22B38"/>
                </a:solidFill>
                <a:latin typeface="Arial"/>
              </a:rPr>
              <a:t>Already fading: </a:t>
            </a:r>
            <a:r>
              <a:rPr sz="1400" b="0">
                <a:solidFill>
                  <a:srgbClr val="222B38"/>
                </a:solidFill>
                <a:latin typeface="Arial"/>
              </a:rPr>
              <a:t>April averaged ~33k a day and was ~12k by 1 May.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2D72"/>
                </a:solidFill>
                <a:latin typeface="Arial"/>
              </a:rPr>
              <a:t>Our view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22B38"/>
                </a:solidFill>
                <a:latin typeface="Arial"/>
              </a:rPr>
              <a:t>Limited direct impact on 2022 card sales: </a:t>
            </a:r>
            <a:r>
              <a:rPr sz="1400" b="0">
                <a:solidFill>
                  <a:srgbClr val="222B38"/>
                </a:solidFill>
                <a:latin typeface="Arial"/>
              </a:rPr>
              <a:t>past waves cut spending mainly when restrictions bit. In Dec ’21 (to 23 Dec), social was ~2% below Nov while delayable and staples rose over 15%.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22B38"/>
                </a:solidFill>
                <a:latin typeface="Arial"/>
              </a:rPr>
              <a:t>Risk sits in social and work-related spending </a:t>
            </a:r>
            <a:r>
              <a:rPr sz="1400" b="0">
                <a:solidFill>
                  <a:srgbClr val="222B38"/>
                </a:solidFill>
                <a:latin typeface="Arial"/>
              </a:rPr>
              <a:t>if restrictions or behaviour tighten. Keep AOP assumptions and track these two weekly.</a:t>
            </a:r>
          </a:p>
        </p:txBody>
      </p:sp>
      <p:sp>
        <p:nvSpPr>
          <p:cNvPr id="60" name="Source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44546A"/>
                </a:solidFill>
                <a:latin typeface="Arial"/>
              </a:rPr>
              <a:t>Source: Citi Finance COVID-19 case data to 1 May 2022. Spending data ends 31 Dec 2021, so this view is inferred from 2020–21 history.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</Words>
  <Application>Microsoft Macintosh PowerPoint</Application>
  <PresentationFormat>Widescreen</PresentationFormat>
  <Paragraphs>19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Credit Card Sales vs. COVID-19 Cases</vt:lpstr>
      <vt:lpstr>Detailed Credit Card Sales vs. COVID-19 Cases</vt:lpstr>
      <vt:lpstr>Expected Impact of Omicron on Credit Card Sales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Tammy Tran</cp:lastModifiedBy>
  <cp:revision>1</cp:revision>
  <dcterms:created xsi:type="dcterms:W3CDTF">2015-07-20T16:22:45Z</dcterms:created>
  <dcterms:modified xsi:type="dcterms:W3CDTF">2023-06-01T15:58:40Z</dcterms:modified>
</cp:coreProperties>
</file>